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30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12.png"/><Relationship Id="rId7" Type="http://schemas.openxmlformats.org/officeDocument/2006/relationships/image" Target="../media/image56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10" Type="http://schemas.openxmlformats.org/officeDocument/2006/relationships/image" Target="../media/image59.svg"/><Relationship Id="rId4" Type="http://schemas.openxmlformats.org/officeDocument/2006/relationships/image" Target="../media/image13.svg"/><Relationship Id="rId9" Type="http://schemas.openxmlformats.org/officeDocument/2006/relationships/image" Target="../media/image58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0.png"/><Relationship Id="rId7" Type="http://schemas.openxmlformats.org/officeDocument/2006/relationships/image" Target="../media/image12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31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svg"/><Relationship Id="rId2" Type="http://schemas.openxmlformats.org/officeDocument/2006/relationships/image" Target="../media/image65.svg"/><Relationship Id="rId1" Type="http://schemas.openxmlformats.org/officeDocument/2006/relationships/image" Target="../media/image64.png"/><Relationship Id="rId6" Type="http://schemas.openxmlformats.org/officeDocument/2006/relationships/image" Target="../media/image69.sv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svg"/><Relationship Id="rId4" Type="http://schemas.openxmlformats.org/officeDocument/2006/relationships/image" Target="../media/image67.svg"/><Relationship Id="rId9" Type="http://schemas.openxmlformats.org/officeDocument/2006/relationships/image" Target="../media/image72.pn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6.png"/><Relationship Id="rId7" Type="http://schemas.openxmlformats.org/officeDocument/2006/relationships/image" Target="../media/image7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10" Type="http://schemas.openxmlformats.org/officeDocument/2006/relationships/image" Target="../media/image81.svg"/><Relationship Id="rId4" Type="http://schemas.openxmlformats.org/officeDocument/2006/relationships/image" Target="../media/image77.svg"/><Relationship Id="rId9" Type="http://schemas.openxmlformats.org/officeDocument/2006/relationships/image" Target="../media/image80.pn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34.png"/><Relationship Id="rId7" Type="http://schemas.openxmlformats.org/officeDocument/2006/relationships/image" Target="../media/image3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10" Type="http://schemas.openxmlformats.org/officeDocument/2006/relationships/image" Target="../media/image85.svg"/><Relationship Id="rId4" Type="http://schemas.openxmlformats.org/officeDocument/2006/relationships/image" Target="../media/image35.svg"/><Relationship Id="rId9" Type="http://schemas.openxmlformats.org/officeDocument/2006/relationships/image" Target="../media/image84.png"/></Relationships>
</file>

<file path=ppt/diagrams/_rels/data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svg"/><Relationship Id="rId3" Type="http://schemas.openxmlformats.org/officeDocument/2006/relationships/image" Target="../media/image58.png"/><Relationship Id="rId7" Type="http://schemas.openxmlformats.org/officeDocument/2006/relationships/image" Target="../media/image88.png"/><Relationship Id="rId2" Type="http://schemas.openxmlformats.org/officeDocument/2006/relationships/image" Target="../media/image87.svg"/><Relationship Id="rId1" Type="http://schemas.openxmlformats.org/officeDocument/2006/relationships/image" Target="../media/image8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91.svg"/><Relationship Id="rId4" Type="http://schemas.openxmlformats.org/officeDocument/2006/relationships/image" Target="../media/image59.svg"/><Relationship Id="rId9" Type="http://schemas.openxmlformats.org/officeDocument/2006/relationships/image" Target="../media/image9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12.png"/><Relationship Id="rId7" Type="http://schemas.openxmlformats.org/officeDocument/2006/relationships/image" Target="../media/image56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10" Type="http://schemas.openxmlformats.org/officeDocument/2006/relationships/image" Target="../media/image59.svg"/><Relationship Id="rId4" Type="http://schemas.openxmlformats.org/officeDocument/2006/relationships/image" Target="../media/image13.svg"/><Relationship Id="rId9" Type="http://schemas.openxmlformats.org/officeDocument/2006/relationships/image" Target="../media/image58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0.png"/><Relationship Id="rId7" Type="http://schemas.openxmlformats.org/officeDocument/2006/relationships/image" Target="../media/image12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31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svg"/><Relationship Id="rId2" Type="http://schemas.openxmlformats.org/officeDocument/2006/relationships/image" Target="../media/image65.svg"/><Relationship Id="rId1" Type="http://schemas.openxmlformats.org/officeDocument/2006/relationships/image" Target="../media/image64.png"/><Relationship Id="rId6" Type="http://schemas.openxmlformats.org/officeDocument/2006/relationships/image" Target="../media/image69.sv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svg"/><Relationship Id="rId4" Type="http://schemas.openxmlformats.org/officeDocument/2006/relationships/image" Target="../media/image67.svg"/><Relationship Id="rId9" Type="http://schemas.openxmlformats.org/officeDocument/2006/relationships/image" Target="../media/image72.pn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6.png"/><Relationship Id="rId7" Type="http://schemas.openxmlformats.org/officeDocument/2006/relationships/image" Target="../media/image7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10" Type="http://schemas.openxmlformats.org/officeDocument/2006/relationships/image" Target="../media/image81.svg"/><Relationship Id="rId4" Type="http://schemas.openxmlformats.org/officeDocument/2006/relationships/image" Target="../media/image77.svg"/><Relationship Id="rId9" Type="http://schemas.openxmlformats.org/officeDocument/2006/relationships/image" Target="../media/image80.pn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34.png"/><Relationship Id="rId7" Type="http://schemas.openxmlformats.org/officeDocument/2006/relationships/image" Target="../media/image3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10" Type="http://schemas.openxmlformats.org/officeDocument/2006/relationships/image" Target="../media/image85.svg"/><Relationship Id="rId4" Type="http://schemas.openxmlformats.org/officeDocument/2006/relationships/image" Target="../media/image35.svg"/><Relationship Id="rId9" Type="http://schemas.openxmlformats.org/officeDocument/2006/relationships/image" Target="../media/image84.png"/></Relationships>
</file>

<file path=ppt/diagrams/_rels/drawing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svg"/><Relationship Id="rId3" Type="http://schemas.openxmlformats.org/officeDocument/2006/relationships/image" Target="../media/image58.png"/><Relationship Id="rId7" Type="http://schemas.openxmlformats.org/officeDocument/2006/relationships/image" Target="../media/image88.png"/><Relationship Id="rId2" Type="http://schemas.openxmlformats.org/officeDocument/2006/relationships/image" Target="../media/image87.svg"/><Relationship Id="rId1" Type="http://schemas.openxmlformats.org/officeDocument/2006/relationships/image" Target="../media/image8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91.svg"/><Relationship Id="rId4" Type="http://schemas.openxmlformats.org/officeDocument/2006/relationships/image" Target="../media/image59.svg"/><Relationship Id="rId9" Type="http://schemas.openxmlformats.org/officeDocument/2006/relationships/image" Target="../media/image9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01F064-F616-4393-94E0-43A81ABC5D0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53E056A-9AF7-4E49-B3C7-754A98562F05}">
      <dgm:prSet/>
      <dgm:spPr/>
      <dgm:t>
        <a:bodyPr/>
        <a:lstStyle/>
        <a:p>
          <a:r>
            <a:rPr lang="en-US" b="0" i="0"/>
            <a:t>What is CI/CD on AWS</a:t>
          </a:r>
          <a:endParaRPr lang="en-US"/>
        </a:p>
      </dgm:t>
    </dgm:pt>
    <dgm:pt modelId="{6E042290-432F-4423-90E8-0941FA090B85}" type="parTrans" cxnId="{6FDC7099-409D-4585-BDDD-9416716B6972}">
      <dgm:prSet/>
      <dgm:spPr/>
      <dgm:t>
        <a:bodyPr/>
        <a:lstStyle/>
        <a:p>
          <a:endParaRPr lang="en-US"/>
        </a:p>
      </dgm:t>
    </dgm:pt>
    <dgm:pt modelId="{CCE14C98-4EEC-4077-B42F-FB6470D3EA8C}" type="sibTrans" cxnId="{6FDC7099-409D-4585-BDDD-9416716B6972}">
      <dgm:prSet/>
      <dgm:spPr/>
      <dgm:t>
        <a:bodyPr/>
        <a:lstStyle/>
        <a:p>
          <a:endParaRPr lang="en-US"/>
        </a:p>
      </dgm:t>
    </dgm:pt>
    <dgm:pt modelId="{5C115CD8-3186-41A7-BDBA-2B73732B0CCB}">
      <dgm:prSet/>
      <dgm:spPr/>
      <dgm:t>
        <a:bodyPr/>
        <a:lstStyle/>
        <a:p>
          <a:r>
            <a:rPr lang="en-US" b="0" i="0"/>
            <a:t>Key services used</a:t>
          </a:r>
          <a:endParaRPr lang="en-US"/>
        </a:p>
      </dgm:t>
    </dgm:pt>
    <dgm:pt modelId="{08745924-750C-4138-A4EF-F3D9BB1385BC}" type="parTrans" cxnId="{DF579736-DB7D-4379-A59F-D7F7BF0576ED}">
      <dgm:prSet/>
      <dgm:spPr/>
      <dgm:t>
        <a:bodyPr/>
        <a:lstStyle/>
        <a:p>
          <a:endParaRPr lang="en-US"/>
        </a:p>
      </dgm:t>
    </dgm:pt>
    <dgm:pt modelId="{6BD5153A-3CD9-4E44-9846-B38F4E6EC16B}" type="sibTrans" cxnId="{DF579736-DB7D-4379-A59F-D7F7BF0576ED}">
      <dgm:prSet/>
      <dgm:spPr/>
      <dgm:t>
        <a:bodyPr/>
        <a:lstStyle/>
        <a:p>
          <a:endParaRPr lang="en-US"/>
        </a:p>
      </dgm:t>
    </dgm:pt>
    <dgm:pt modelId="{FC72C389-027C-4FED-A0E1-705DE2CD71F3}">
      <dgm:prSet/>
      <dgm:spPr/>
      <dgm:t>
        <a:bodyPr/>
        <a:lstStyle/>
        <a:p>
          <a:r>
            <a:rPr lang="en-US" b="0" i="0"/>
            <a:t>High-level architecture</a:t>
          </a:r>
          <a:endParaRPr lang="en-US"/>
        </a:p>
      </dgm:t>
    </dgm:pt>
    <dgm:pt modelId="{A5F9CA1A-BFF4-4DA5-ABCD-6C5050BE40FF}" type="parTrans" cxnId="{D79B9C68-294C-4FE7-970C-E497A89919E7}">
      <dgm:prSet/>
      <dgm:spPr/>
      <dgm:t>
        <a:bodyPr/>
        <a:lstStyle/>
        <a:p>
          <a:endParaRPr lang="en-US"/>
        </a:p>
      </dgm:t>
    </dgm:pt>
    <dgm:pt modelId="{389F75DF-70EB-472D-9839-55BA9AD109FF}" type="sibTrans" cxnId="{D79B9C68-294C-4FE7-970C-E497A89919E7}">
      <dgm:prSet/>
      <dgm:spPr/>
      <dgm:t>
        <a:bodyPr/>
        <a:lstStyle/>
        <a:p>
          <a:endParaRPr lang="en-US"/>
        </a:p>
      </dgm:t>
    </dgm:pt>
    <dgm:pt modelId="{558A9606-57E9-458E-89AD-42E818B1C483}">
      <dgm:prSet/>
      <dgm:spPr/>
      <dgm:t>
        <a:bodyPr/>
        <a:lstStyle/>
        <a:p>
          <a:r>
            <a:rPr lang="en-US" b="0" i="0"/>
            <a:t>Step-by-step ECS deployment workflow</a:t>
          </a:r>
          <a:endParaRPr lang="en-US"/>
        </a:p>
      </dgm:t>
    </dgm:pt>
    <dgm:pt modelId="{940056CE-DC95-440D-AE6E-F197030FE046}" type="parTrans" cxnId="{D89C8C90-A05F-4A2B-9162-7AD2AC44BCB5}">
      <dgm:prSet/>
      <dgm:spPr/>
      <dgm:t>
        <a:bodyPr/>
        <a:lstStyle/>
        <a:p>
          <a:endParaRPr lang="en-US"/>
        </a:p>
      </dgm:t>
    </dgm:pt>
    <dgm:pt modelId="{F7299121-6876-4133-B67A-0EBFA12B26A2}" type="sibTrans" cxnId="{D89C8C90-A05F-4A2B-9162-7AD2AC44BCB5}">
      <dgm:prSet/>
      <dgm:spPr/>
      <dgm:t>
        <a:bodyPr/>
        <a:lstStyle/>
        <a:p>
          <a:endParaRPr lang="en-US"/>
        </a:p>
      </dgm:t>
    </dgm:pt>
    <dgm:pt modelId="{1BE4375E-5D82-4C45-BA4E-8FE8FAA12377}">
      <dgm:prSet/>
      <dgm:spPr/>
      <dgm:t>
        <a:bodyPr/>
        <a:lstStyle/>
        <a:p>
          <a:r>
            <a:rPr lang="en-US" b="0" i="0"/>
            <a:t>Best practices and tips</a:t>
          </a:r>
          <a:endParaRPr lang="en-US"/>
        </a:p>
      </dgm:t>
    </dgm:pt>
    <dgm:pt modelId="{53704523-7E80-44EE-8587-D89AA97D425D}" type="parTrans" cxnId="{64910E85-917E-4E58-9772-A01262B3DAE1}">
      <dgm:prSet/>
      <dgm:spPr/>
      <dgm:t>
        <a:bodyPr/>
        <a:lstStyle/>
        <a:p>
          <a:endParaRPr lang="en-US"/>
        </a:p>
      </dgm:t>
    </dgm:pt>
    <dgm:pt modelId="{831CD53B-B5EA-44B1-A9CB-C2DAA46AAA88}" type="sibTrans" cxnId="{64910E85-917E-4E58-9772-A01262B3DAE1}">
      <dgm:prSet/>
      <dgm:spPr/>
      <dgm:t>
        <a:bodyPr/>
        <a:lstStyle/>
        <a:p>
          <a:endParaRPr lang="en-US"/>
        </a:p>
      </dgm:t>
    </dgm:pt>
    <dgm:pt modelId="{6958ECDD-D3ED-42F8-996B-4B7928579700}" type="pres">
      <dgm:prSet presAssocID="{DA01F064-F616-4393-94E0-43A81ABC5D02}" presName="root" presStyleCnt="0">
        <dgm:presLayoutVars>
          <dgm:dir/>
          <dgm:resizeHandles val="exact"/>
        </dgm:presLayoutVars>
      </dgm:prSet>
      <dgm:spPr/>
    </dgm:pt>
    <dgm:pt modelId="{A63468C1-3C93-4816-8340-E01248A6B224}" type="pres">
      <dgm:prSet presAssocID="{553E056A-9AF7-4E49-B3C7-754A98562F05}" presName="compNode" presStyleCnt="0"/>
      <dgm:spPr/>
    </dgm:pt>
    <dgm:pt modelId="{900721D0-D143-4739-88BE-4F1E0DB41CB3}" type="pres">
      <dgm:prSet presAssocID="{553E056A-9AF7-4E49-B3C7-754A98562F05}" presName="bgRect" presStyleLbl="bgShp" presStyleIdx="0" presStyleCnt="5"/>
      <dgm:spPr/>
    </dgm:pt>
    <dgm:pt modelId="{0E5F9144-B72D-4968-81A9-CBDDD17E07D3}" type="pres">
      <dgm:prSet presAssocID="{553E056A-9AF7-4E49-B3C7-754A98562F0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61F75C8-1F69-49CB-9675-A837DDDE8675}" type="pres">
      <dgm:prSet presAssocID="{553E056A-9AF7-4E49-B3C7-754A98562F05}" presName="spaceRect" presStyleCnt="0"/>
      <dgm:spPr/>
    </dgm:pt>
    <dgm:pt modelId="{F67DBF8C-17C6-42F2-A940-6812BEA73B23}" type="pres">
      <dgm:prSet presAssocID="{553E056A-9AF7-4E49-B3C7-754A98562F05}" presName="parTx" presStyleLbl="revTx" presStyleIdx="0" presStyleCnt="5">
        <dgm:presLayoutVars>
          <dgm:chMax val="0"/>
          <dgm:chPref val="0"/>
        </dgm:presLayoutVars>
      </dgm:prSet>
      <dgm:spPr/>
    </dgm:pt>
    <dgm:pt modelId="{B656C459-15BD-47E2-93C3-8F5AD8079286}" type="pres">
      <dgm:prSet presAssocID="{CCE14C98-4EEC-4077-B42F-FB6470D3EA8C}" presName="sibTrans" presStyleCnt="0"/>
      <dgm:spPr/>
    </dgm:pt>
    <dgm:pt modelId="{1530B1EC-43C1-42A8-95BA-2097B82BDAAC}" type="pres">
      <dgm:prSet presAssocID="{5C115CD8-3186-41A7-BDBA-2B73732B0CCB}" presName="compNode" presStyleCnt="0"/>
      <dgm:spPr/>
    </dgm:pt>
    <dgm:pt modelId="{2DBCA31C-37DC-4668-8212-5222022343B5}" type="pres">
      <dgm:prSet presAssocID="{5C115CD8-3186-41A7-BDBA-2B73732B0CCB}" presName="bgRect" presStyleLbl="bgShp" presStyleIdx="1" presStyleCnt="5"/>
      <dgm:spPr/>
    </dgm:pt>
    <dgm:pt modelId="{B693ECCE-D163-4033-B581-C9081F21E878}" type="pres">
      <dgm:prSet presAssocID="{5C115CD8-3186-41A7-BDBA-2B73732B0CC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0BE5451-C469-4A80-8FF4-D2640B53407D}" type="pres">
      <dgm:prSet presAssocID="{5C115CD8-3186-41A7-BDBA-2B73732B0CCB}" presName="spaceRect" presStyleCnt="0"/>
      <dgm:spPr/>
    </dgm:pt>
    <dgm:pt modelId="{EE6E9127-EB20-4F81-A666-0B587A1C88E9}" type="pres">
      <dgm:prSet presAssocID="{5C115CD8-3186-41A7-BDBA-2B73732B0CCB}" presName="parTx" presStyleLbl="revTx" presStyleIdx="1" presStyleCnt="5">
        <dgm:presLayoutVars>
          <dgm:chMax val="0"/>
          <dgm:chPref val="0"/>
        </dgm:presLayoutVars>
      </dgm:prSet>
      <dgm:spPr/>
    </dgm:pt>
    <dgm:pt modelId="{EFCD833A-4A4F-468B-9A1E-C255A126BBD3}" type="pres">
      <dgm:prSet presAssocID="{6BD5153A-3CD9-4E44-9846-B38F4E6EC16B}" presName="sibTrans" presStyleCnt="0"/>
      <dgm:spPr/>
    </dgm:pt>
    <dgm:pt modelId="{3B940B74-4B9E-49C5-8A36-27389979716D}" type="pres">
      <dgm:prSet presAssocID="{FC72C389-027C-4FED-A0E1-705DE2CD71F3}" presName="compNode" presStyleCnt="0"/>
      <dgm:spPr/>
    </dgm:pt>
    <dgm:pt modelId="{C8164F54-1DC1-4FE3-835C-CDD3C3706251}" type="pres">
      <dgm:prSet presAssocID="{FC72C389-027C-4FED-A0E1-705DE2CD71F3}" presName="bgRect" presStyleLbl="bgShp" presStyleIdx="2" presStyleCnt="5"/>
      <dgm:spPr/>
    </dgm:pt>
    <dgm:pt modelId="{4EB58B66-970B-4380-A338-50ABA5912B88}" type="pres">
      <dgm:prSet presAssocID="{FC72C389-027C-4FED-A0E1-705DE2CD71F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CFF0765-EC09-40DE-B3CD-B273F9EB75EB}" type="pres">
      <dgm:prSet presAssocID="{FC72C389-027C-4FED-A0E1-705DE2CD71F3}" presName="spaceRect" presStyleCnt="0"/>
      <dgm:spPr/>
    </dgm:pt>
    <dgm:pt modelId="{47B12E28-1D9A-452F-99FA-988E3B14528F}" type="pres">
      <dgm:prSet presAssocID="{FC72C389-027C-4FED-A0E1-705DE2CD71F3}" presName="parTx" presStyleLbl="revTx" presStyleIdx="2" presStyleCnt="5">
        <dgm:presLayoutVars>
          <dgm:chMax val="0"/>
          <dgm:chPref val="0"/>
        </dgm:presLayoutVars>
      </dgm:prSet>
      <dgm:spPr/>
    </dgm:pt>
    <dgm:pt modelId="{1A2F3844-9126-4413-8589-E568E1334DAB}" type="pres">
      <dgm:prSet presAssocID="{389F75DF-70EB-472D-9839-55BA9AD109FF}" presName="sibTrans" presStyleCnt="0"/>
      <dgm:spPr/>
    </dgm:pt>
    <dgm:pt modelId="{9EF1F886-DCAC-4F43-B280-D1384289C868}" type="pres">
      <dgm:prSet presAssocID="{558A9606-57E9-458E-89AD-42E818B1C483}" presName="compNode" presStyleCnt="0"/>
      <dgm:spPr/>
    </dgm:pt>
    <dgm:pt modelId="{20AA94FE-ABA5-4B86-9443-BA24C906A9D2}" type="pres">
      <dgm:prSet presAssocID="{558A9606-57E9-458E-89AD-42E818B1C483}" presName="bgRect" presStyleLbl="bgShp" presStyleIdx="3" presStyleCnt="5"/>
      <dgm:spPr/>
    </dgm:pt>
    <dgm:pt modelId="{1F9DCC66-8687-4221-8DD7-3CC502BF0046}" type="pres">
      <dgm:prSet presAssocID="{558A9606-57E9-458E-89AD-42E818B1C48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782A3D15-C707-4567-9A3A-C79657893BE6}" type="pres">
      <dgm:prSet presAssocID="{558A9606-57E9-458E-89AD-42E818B1C483}" presName="spaceRect" presStyleCnt="0"/>
      <dgm:spPr/>
    </dgm:pt>
    <dgm:pt modelId="{2BE879AA-D9EB-4582-8366-8BF0734784EC}" type="pres">
      <dgm:prSet presAssocID="{558A9606-57E9-458E-89AD-42E818B1C483}" presName="parTx" presStyleLbl="revTx" presStyleIdx="3" presStyleCnt="5">
        <dgm:presLayoutVars>
          <dgm:chMax val="0"/>
          <dgm:chPref val="0"/>
        </dgm:presLayoutVars>
      </dgm:prSet>
      <dgm:spPr/>
    </dgm:pt>
    <dgm:pt modelId="{A19DDD56-83F9-4D60-BC4F-C91E96A65302}" type="pres">
      <dgm:prSet presAssocID="{F7299121-6876-4133-B67A-0EBFA12B26A2}" presName="sibTrans" presStyleCnt="0"/>
      <dgm:spPr/>
    </dgm:pt>
    <dgm:pt modelId="{07C424ED-581C-460D-A27E-1A7B7CB4F354}" type="pres">
      <dgm:prSet presAssocID="{1BE4375E-5D82-4C45-BA4E-8FE8FAA12377}" presName="compNode" presStyleCnt="0"/>
      <dgm:spPr/>
    </dgm:pt>
    <dgm:pt modelId="{19F13476-CE03-4A1A-B8A2-A5BFA22F338A}" type="pres">
      <dgm:prSet presAssocID="{1BE4375E-5D82-4C45-BA4E-8FE8FAA12377}" presName="bgRect" presStyleLbl="bgShp" presStyleIdx="4" presStyleCnt="5"/>
      <dgm:spPr/>
    </dgm:pt>
    <dgm:pt modelId="{8B375FAC-013D-41E5-B03D-AF1B5F698F5D}" type="pres">
      <dgm:prSet presAssocID="{1BE4375E-5D82-4C45-BA4E-8FE8FAA1237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B4682288-4B89-4821-892F-F2CAD1D97C14}" type="pres">
      <dgm:prSet presAssocID="{1BE4375E-5D82-4C45-BA4E-8FE8FAA12377}" presName="spaceRect" presStyleCnt="0"/>
      <dgm:spPr/>
    </dgm:pt>
    <dgm:pt modelId="{01E041AB-5B3D-42A0-BBFC-EF57A6ED7EF4}" type="pres">
      <dgm:prSet presAssocID="{1BE4375E-5D82-4C45-BA4E-8FE8FAA1237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D6B4D01-1ABD-4348-9A57-22052BEDB34D}" type="presOf" srcId="{5C115CD8-3186-41A7-BDBA-2B73732B0CCB}" destId="{EE6E9127-EB20-4F81-A666-0B587A1C88E9}" srcOrd="0" destOrd="0" presId="urn:microsoft.com/office/officeart/2018/2/layout/IconVerticalSolidList"/>
    <dgm:cxn modelId="{671F9121-9E7D-40DD-9551-A79F2F39087E}" type="presOf" srcId="{FC72C389-027C-4FED-A0E1-705DE2CD71F3}" destId="{47B12E28-1D9A-452F-99FA-988E3B14528F}" srcOrd="0" destOrd="0" presId="urn:microsoft.com/office/officeart/2018/2/layout/IconVerticalSolidList"/>
    <dgm:cxn modelId="{DF579736-DB7D-4379-A59F-D7F7BF0576ED}" srcId="{DA01F064-F616-4393-94E0-43A81ABC5D02}" destId="{5C115CD8-3186-41A7-BDBA-2B73732B0CCB}" srcOrd="1" destOrd="0" parTransId="{08745924-750C-4138-A4EF-F3D9BB1385BC}" sibTransId="{6BD5153A-3CD9-4E44-9846-B38F4E6EC16B}"/>
    <dgm:cxn modelId="{D79B9C68-294C-4FE7-970C-E497A89919E7}" srcId="{DA01F064-F616-4393-94E0-43A81ABC5D02}" destId="{FC72C389-027C-4FED-A0E1-705DE2CD71F3}" srcOrd="2" destOrd="0" parTransId="{A5F9CA1A-BFF4-4DA5-ABCD-6C5050BE40FF}" sibTransId="{389F75DF-70EB-472D-9839-55BA9AD109FF}"/>
    <dgm:cxn modelId="{64910E85-917E-4E58-9772-A01262B3DAE1}" srcId="{DA01F064-F616-4393-94E0-43A81ABC5D02}" destId="{1BE4375E-5D82-4C45-BA4E-8FE8FAA12377}" srcOrd="4" destOrd="0" parTransId="{53704523-7E80-44EE-8587-D89AA97D425D}" sibTransId="{831CD53B-B5EA-44B1-A9CB-C2DAA46AAA88}"/>
    <dgm:cxn modelId="{D89C8C90-A05F-4A2B-9162-7AD2AC44BCB5}" srcId="{DA01F064-F616-4393-94E0-43A81ABC5D02}" destId="{558A9606-57E9-458E-89AD-42E818B1C483}" srcOrd="3" destOrd="0" parTransId="{940056CE-DC95-440D-AE6E-F197030FE046}" sibTransId="{F7299121-6876-4133-B67A-0EBFA12B26A2}"/>
    <dgm:cxn modelId="{6038B490-F43E-4AE7-B506-F31DFBADDB5B}" type="presOf" srcId="{558A9606-57E9-458E-89AD-42E818B1C483}" destId="{2BE879AA-D9EB-4582-8366-8BF0734784EC}" srcOrd="0" destOrd="0" presId="urn:microsoft.com/office/officeart/2018/2/layout/IconVerticalSolidList"/>
    <dgm:cxn modelId="{6FDC7099-409D-4585-BDDD-9416716B6972}" srcId="{DA01F064-F616-4393-94E0-43A81ABC5D02}" destId="{553E056A-9AF7-4E49-B3C7-754A98562F05}" srcOrd="0" destOrd="0" parTransId="{6E042290-432F-4423-90E8-0941FA090B85}" sibTransId="{CCE14C98-4EEC-4077-B42F-FB6470D3EA8C}"/>
    <dgm:cxn modelId="{747288B3-DF83-4FD7-9428-DCF9060D8C5E}" type="presOf" srcId="{553E056A-9AF7-4E49-B3C7-754A98562F05}" destId="{F67DBF8C-17C6-42F2-A940-6812BEA73B23}" srcOrd="0" destOrd="0" presId="urn:microsoft.com/office/officeart/2018/2/layout/IconVerticalSolidList"/>
    <dgm:cxn modelId="{B2CE5CBF-0720-43CD-B715-D2341E78D9D7}" type="presOf" srcId="{1BE4375E-5D82-4C45-BA4E-8FE8FAA12377}" destId="{01E041AB-5B3D-42A0-BBFC-EF57A6ED7EF4}" srcOrd="0" destOrd="0" presId="urn:microsoft.com/office/officeart/2018/2/layout/IconVerticalSolidList"/>
    <dgm:cxn modelId="{61BB8AF4-FC66-4A36-B264-9C95AF2488C4}" type="presOf" srcId="{DA01F064-F616-4393-94E0-43A81ABC5D02}" destId="{6958ECDD-D3ED-42F8-996B-4B7928579700}" srcOrd="0" destOrd="0" presId="urn:microsoft.com/office/officeart/2018/2/layout/IconVerticalSolidList"/>
    <dgm:cxn modelId="{69ED2149-AF2D-496B-B384-EF4B39D2269B}" type="presParOf" srcId="{6958ECDD-D3ED-42F8-996B-4B7928579700}" destId="{A63468C1-3C93-4816-8340-E01248A6B224}" srcOrd="0" destOrd="0" presId="urn:microsoft.com/office/officeart/2018/2/layout/IconVerticalSolidList"/>
    <dgm:cxn modelId="{AB6B7E75-94A6-443C-BCD0-44678247D720}" type="presParOf" srcId="{A63468C1-3C93-4816-8340-E01248A6B224}" destId="{900721D0-D143-4739-88BE-4F1E0DB41CB3}" srcOrd="0" destOrd="0" presId="urn:microsoft.com/office/officeart/2018/2/layout/IconVerticalSolidList"/>
    <dgm:cxn modelId="{CD5970D2-58A3-476C-B246-864617617F1F}" type="presParOf" srcId="{A63468C1-3C93-4816-8340-E01248A6B224}" destId="{0E5F9144-B72D-4968-81A9-CBDDD17E07D3}" srcOrd="1" destOrd="0" presId="urn:microsoft.com/office/officeart/2018/2/layout/IconVerticalSolidList"/>
    <dgm:cxn modelId="{AFD7F9A4-7989-4518-B712-50779576B957}" type="presParOf" srcId="{A63468C1-3C93-4816-8340-E01248A6B224}" destId="{861F75C8-1F69-49CB-9675-A837DDDE8675}" srcOrd="2" destOrd="0" presId="urn:microsoft.com/office/officeart/2018/2/layout/IconVerticalSolidList"/>
    <dgm:cxn modelId="{6F63A7BA-3D4F-4A47-B796-8C913A794624}" type="presParOf" srcId="{A63468C1-3C93-4816-8340-E01248A6B224}" destId="{F67DBF8C-17C6-42F2-A940-6812BEA73B23}" srcOrd="3" destOrd="0" presId="urn:microsoft.com/office/officeart/2018/2/layout/IconVerticalSolidList"/>
    <dgm:cxn modelId="{BE638781-5890-4F0C-B093-A9FC425D86F4}" type="presParOf" srcId="{6958ECDD-D3ED-42F8-996B-4B7928579700}" destId="{B656C459-15BD-47E2-93C3-8F5AD8079286}" srcOrd="1" destOrd="0" presId="urn:microsoft.com/office/officeart/2018/2/layout/IconVerticalSolidList"/>
    <dgm:cxn modelId="{82558B88-2D98-4483-8C06-0D6C23F41DA8}" type="presParOf" srcId="{6958ECDD-D3ED-42F8-996B-4B7928579700}" destId="{1530B1EC-43C1-42A8-95BA-2097B82BDAAC}" srcOrd="2" destOrd="0" presId="urn:microsoft.com/office/officeart/2018/2/layout/IconVerticalSolidList"/>
    <dgm:cxn modelId="{03DDA890-7781-4E88-B9A3-28A49CC0DA46}" type="presParOf" srcId="{1530B1EC-43C1-42A8-95BA-2097B82BDAAC}" destId="{2DBCA31C-37DC-4668-8212-5222022343B5}" srcOrd="0" destOrd="0" presId="urn:microsoft.com/office/officeart/2018/2/layout/IconVerticalSolidList"/>
    <dgm:cxn modelId="{86F0AC03-2B71-4B1B-80F8-A3655503D84E}" type="presParOf" srcId="{1530B1EC-43C1-42A8-95BA-2097B82BDAAC}" destId="{B693ECCE-D163-4033-B581-C9081F21E878}" srcOrd="1" destOrd="0" presId="urn:microsoft.com/office/officeart/2018/2/layout/IconVerticalSolidList"/>
    <dgm:cxn modelId="{50898A5D-FA08-4AFE-A4B2-FBED26CD49FF}" type="presParOf" srcId="{1530B1EC-43C1-42A8-95BA-2097B82BDAAC}" destId="{F0BE5451-C469-4A80-8FF4-D2640B53407D}" srcOrd="2" destOrd="0" presId="urn:microsoft.com/office/officeart/2018/2/layout/IconVerticalSolidList"/>
    <dgm:cxn modelId="{F6330C9A-8C6D-42DC-814E-06525B6BEE1C}" type="presParOf" srcId="{1530B1EC-43C1-42A8-95BA-2097B82BDAAC}" destId="{EE6E9127-EB20-4F81-A666-0B587A1C88E9}" srcOrd="3" destOrd="0" presId="urn:microsoft.com/office/officeart/2018/2/layout/IconVerticalSolidList"/>
    <dgm:cxn modelId="{9FF08D12-8DFA-4C4E-9585-FAFF5956C140}" type="presParOf" srcId="{6958ECDD-D3ED-42F8-996B-4B7928579700}" destId="{EFCD833A-4A4F-468B-9A1E-C255A126BBD3}" srcOrd="3" destOrd="0" presId="urn:microsoft.com/office/officeart/2018/2/layout/IconVerticalSolidList"/>
    <dgm:cxn modelId="{DB4B35A4-446C-4A9E-9946-1C3CF59E6DE1}" type="presParOf" srcId="{6958ECDD-D3ED-42F8-996B-4B7928579700}" destId="{3B940B74-4B9E-49C5-8A36-27389979716D}" srcOrd="4" destOrd="0" presId="urn:microsoft.com/office/officeart/2018/2/layout/IconVerticalSolidList"/>
    <dgm:cxn modelId="{036B2D8B-4628-4CB3-B5A2-EED5FC263BBC}" type="presParOf" srcId="{3B940B74-4B9E-49C5-8A36-27389979716D}" destId="{C8164F54-1DC1-4FE3-835C-CDD3C3706251}" srcOrd="0" destOrd="0" presId="urn:microsoft.com/office/officeart/2018/2/layout/IconVerticalSolidList"/>
    <dgm:cxn modelId="{E10BC2B0-FA78-43A9-9C24-9971ACF07F33}" type="presParOf" srcId="{3B940B74-4B9E-49C5-8A36-27389979716D}" destId="{4EB58B66-970B-4380-A338-50ABA5912B88}" srcOrd="1" destOrd="0" presId="urn:microsoft.com/office/officeart/2018/2/layout/IconVerticalSolidList"/>
    <dgm:cxn modelId="{77C7ACBE-3AFB-47CC-82F0-8AEFA96EBB57}" type="presParOf" srcId="{3B940B74-4B9E-49C5-8A36-27389979716D}" destId="{ACFF0765-EC09-40DE-B3CD-B273F9EB75EB}" srcOrd="2" destOrd="0" presId="urn:microsoft.com/office/officeart/2018/2/layout/IconVerticalSolidList"/>
    <dgm:cxn modelId="{5C7C2177-9AFD-4709-9549-101E7ED16D9A}" type="presParOf" srcId="{3B940B74-4B9E-49C5-8A36-27389979716D}" destId="{47B12E28-1D9A-452F-99FA-988E3B14528F}" srcOrd="3" destOrd="0" presId="urn:microsoft.com/office/officeart/2018/2/layout/IconVerticalSolidList"/>
    <dgm:cxn modelId="{E25AEF1A-52BB-4444-A019-E8D76F6DF21F}" type="presParOf" srcId="{6958ECDD-D3ED-42F8-996B-4B7928579700}" destId="{1A2F3844-9126-4413-8589-E568E1334DAB}" srcOrd="5" destOrd="0" presId="urn:microsoft.com/office/officeart/2018/2/layout/IconVerticalSolidList"/>
    <dgm:cxn modelId="{F3F92FE4-BF3F-4260-9B1D-ECE55C555BF9}" type="presParOf" srcId="{6958ECDD-D3ED-42F8-996B-4B7928579700}" destId="{9EF1F886-DCAC-4F43-B280-D1384289C868}" srcOrd="6" destOrd="0" presId="urn:microsoft.com/office/officeart/2018/2/layout/IconVerticalSolidList"/>
    <dgm:cxn modelId="{A40F1ADE-3838-4D87-9A53-1A51400721FA}" type="presParOf" srcId="{9EF1F886-DCAC-4F43-B280-D1384289C868}" destId="{20AA94FE-ABA5-4B86-9443-BA24C906A9D2}" srcOrd="0" destOrd="0" presId="urn:microsoft.com/office/officeart/2018/2/layout/IconVerticalSolidList"/>
    <dgm:cxn modelId="{B3C6B0ED-E393-4AE5-847B-F0ED0B2186E5}" type="presParOf" srcId="{9EF1F886-DCAC-4F43-B280-D1384289C868}" destId="{1F9DCC66-8687-4221-8DD7-3CC502BF0046}" srcOrd="1" destOrd="0" presId="urn:microsoft.com/office/officeart/2018/2/layout/IconVerticalSolidList"/>
    <dgm:cxn modelId="{9056EC65-BC5B-42BC-9332-DAB9E1D65B44}" type="presParOf" srcId="{9EF1F886-DCAC-4F43-B280-D1384289C868}" destId="{782A3D15-C707-4567-9A3A-C79657893BE6}" srcOrd="2" destOrd="0" presId="urn:microsoft.com/office/officeart/2018/2/layout/IconVerticalSolidList"/>
    <dgm:cxn modelId="{9311FC83-C63F-45EC-B490-BBB34865ABA2}" type="presParOf" srcId="{9EF1F886-DCAC-4F43-B280-D1384289C868}" destId="{2BE879AA-D9EB-4582-8366-8BF0734784EC}" srcOrd="3" destOrd="0" presId="urn:microsoft.com/office/officeart/2018/2/layout/IconVerticalSolidList"/>
    <dgm:cxn modelId="{4954399B-D459-4E34-A877-614A7098E400}" type="presParOf" srcId="{6958ECDD-D3ED-42F8-996B-4B7928579700}" destId="{A19DDD56-83F9-4D60-BC4F-C91E96A65302}" srcOrd="7" destOrd="0" presId="urn:microsoft.com/office/officeart/2018/2/layout/IconVerticalSolidList"/>
    <dgm:cxn modelId="{0FDB95EF-2DB5-48AF-A767-216C46796BFF}" type="presParOf" srcId="{6958ECDD-D3ED-42F8-996B-4B7928579700}" destId="{07C424ED-581C-460D-A27E-1A7B7CB4F354}" srcOrd="8" destOrd="0" presId="urn:microsoft.com/office/officeart/2018/2/layout/IconVerticalSolidList"/>
    <dgm:cxn modelId="{55AD96EE-0371-45F4-BD9C-B3647CECCC6F}" type="presParOf" srcId="{07C424ED-581C-460D-A27E-1A7B7CB4F354}" destId="{19F13476-CE03-4A1A-B8A2-A5BFA22F338A}" srcOrd="0" destOrd="0" presId="urn:microsoft.com/office/officeart/2018/2/layout/IconVerticalSolidList"/>
    <dgm:cxn modelId="{4520F05C-B9B7-4A28-BB9E-468A2F51DA9A}" type="presParOf" srcId="{07C424ED-581C-460D-A27E-1A7B7CB4F354}" destId="{8B375FAC-013D-41E5-B03D-AF1B5F698F5D}" srcOrd="1" destOrd="0" presId="urn:microsoft.com/office/officeart/2018/2/layout/IconVerticalSolidList"/>
    <dgm:cxn modelId="{6C2B06FF-2771-4D14-8E86-C717514EA608}" type="presParOf" srcId="{07C424ED-581C-460D-A27E-1A7B7CB4F354}" destId="{B4682288-4B89-4821-892F-F2CAD1D97C14}" srcOrd="2" destOrd="0" presId="urn:microsoft.com/office/officeart/2018/2/layout/IconVerticalSolidList"/>
    <dgm:cxn modelId="{0A6C66F2-5F37-4C6A-BCF8-6C3CC14AC36B}" type="presParOf" srcId="{07C424ED-581C-460D-A27E-1A7B7CB4F354}" destId="{01E041AB-5B3D-42A0-BBFC-EF57A6ED7E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2A81BF-9BBB-45BF-A579-56B98B170F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D7934E9-2B21-431A-9B2D-BED40B118E2B}">
      <dgm:prSet/>
      <dgm:spPr/>
      <dgm:t>
        <a:bodyPr/>
        <a:lstStyle/>
        <a:p>
          <a:r>
            <a:rPr lang="en-US" b="0" i="0"/>
            <a:t>Continuous Integration (CI): Frequent code commits, automated builds and tests</a:t>
          </a:r>
          <a:endParaRPr lang="en-US"/>
        </a:p>
      </dgm:t>
    </dgm:pt>
    <dgm:pt modelId="{167ED707-3DB1-4A17-B663-81E117CAF656}" type="parTrans" cxnId="{ABA9C41C-EF42-4609-9502-CFB4D47EC8CB}">
      <dgm:prSet/>
      <dgm:spPr/>
      <dgm:t>
        <a:bodyPr/>
        <a:lstStyle/>
        <a:p>
          <a:endParaRPr lang="en-US"/>
        </a:p>
      </dgm:t>
    </dgm:pt>
    <dgm:pt modelId="{504D0E17-2515-46C6-93D6-05DA9FAF4350}" type="sibTrans" cxnId="{ABA9C41C-EF42-4609-9502-CFB4D47EC8CB}">
      <dgm:prSet/>
      <dgm:spPr/>
      <dgm:t>
        <a:bodyPr/>
        <a:lstStyle/>
        <a:p>
          <a:endParaRPr lang="en-US"/>
        </a:p>
      </dgm:t>
    </dgm:pt>
    <dgm:pt modelId="{D1F3612B-E502-48BF-936A-8F211FA6E35D}">
      <dgm:prSet/>
      <dgm:spPr/>
      <dgm:t>
        <a:bodyPr/>
        <a:lstStyle/>
        <a:p>
          <a:r>
            <a:rPr lang="en-US" b="0" i="0"/>
            <a:t>Continuous Delivery/Deployment (CD): Automatically package and deploy new versions</a:t>
          </a:r>
          <a:endParaRPr lang="en-US"/>
        </a:p>
      </dgm:t>
    </dgm:pt>
    <dgm:pt modelId="{C34B4BF3-C1C3-43F3-ACD9-41B8A7061F32}" type="parTrans" cxnId="{2A84BDA5-BCA3-4A14-9DBA-8793663E2AF2}">
      <dgm:prSet/>
      <dgm:spPr/>
      <dgm:t>
        <a:bodyPr/>
        <a:lstStyle/>
        <a:p>
          <a:endParaRPr lang="en-US"/>
        </a:p>
      </dgm:t>
    </dgm:pt>
    <dgm:pt modelId="{A1CD29A5-80C5-4051-8494-0F5245EA5917}" type="sibTrans" cxnId="{2A84BDA5-BCA3-4A14-9DBA-8793663E2AF2}">
      <dgm:prSet/>
      <dgm:spPr/>
      <dgm:t>
        <a:bodyPr/>
        <a:lstStyle/>
        <a:p>
          <a:endParaRPr lang="en-US"/>
        </a:p>
      </dgm:t>
    </dgm:pt>
    <dgm:pt modelId="{45152461-4770-4F2C-98FA-D8EAA82D8F53}">
      <dgm:prSet/>
      <dgm:spPr/>
      <dgm:t>
        <a:bodyPr/>
        <a:lstStyle/>
        <a:p>
          <a:r>
            <a:rPr lang="en-US" b="0" i="0"/>
            <a:t>Goal: Reduce manual errors, improve speed and reliability</a:t>
          </a:r>
          <a:endParaRPr lang="en-US"/>
        </a:p>
      </dgm:t>
    </dgm:pt>
    <dgm:pt modelId="{FA21372A-349A-4A2A-A241-2C29FFCB762D}" type="parTrans" cxnId="{1BD91E6A-3CC7-4077-AF42-9522F876CAB1}">
      <dgm:prSet/>
      <dgm:spPr/>
      <dgm:t>
        <a:bodyPr/>
        <a:lstStyle/>
        <a:p>
          <a:endParaRPr lang="en-US"/>
        </a:p>
      </dgm:t>
    </dgm:pt>
    <dgm:pt modelId="{5557C076-5994-4DFD-BE6E-AF28C1294858}" type="sibTrans" cxnId="{1BD91E6A-3CC7-4077-AF42-9522F876CAB1}">
      <dgm:prSet/>
      <dgm:spPr/>
      <dgm:t>
        <a:bodyPr/>
        <a:lstStyle/>
        <a:p>
          <a:endParaRPr lang="en-US"/>
        </a:p>
      </dgm:t>
    </dgm:pt>
    <dgm:pt modelId="{7E4DFFBD-06D9-4401-B872-2B81C83E9663}">
      <dgm:prSet/>
      <dgm:spPr/>
      <dgm:t>
        <a:bodyPr/>
        <a:lstStyle/>
        <a:p>
          <a:r>
            <a:rPr lang="en-US" b="0" i="0"/>
            <a:t>On AWS: CodeCommit/GitHub → CodeBuild → CodePipeline → ECS/ECR/CodeDeploy</a:t>
          </a:r>
          <a:endParaRPr lang="en-US"/>
        </a:p>
      </dgm:t>
    </dgm:pt>
    <dgm:pt modelId="{7DF5FDAD-71C5-4FFF-A857-2F52FEBBA2C4}" type="parTrans" cxnId="{385A6A93-5501-44D1-AB23-731281A5B737}">
      <dgm:prSet/>
      <dgm:spPr/>
      <dgm:t>
        <a:bodyPr/>
        <a:lstStyle/>
        <a:p>
          <a:endParaRPr lang="en-US"/>
        </a:p>
      </dgm:t>
    </dgm:pt>
    <dgm:pt modelId="{169EEA3F-A422-4281-811D-9E90E452DDB7}" type="sibTrans" cxnId="{385A6A93-5501-44D1-AB23-731281A5B737}">
      <dgm:prSet/>
      <dgm:spPr/>
      <dgm:t>
        <a:bodyPr/>
        <a:lstStyle/>
        <a:p>
          <a:endParaRPr lang="en-US"/>
        </a:p>
      </dgm:t>
    </dgm:pt>
    <dgm:pt modelId="{E28B48CF-AA1C-48C5-BD0D-6E2E69DB068A}" type="pres">
      <dgm:prSet presAssocID="{B92A81BF-9BBB-45BF-A579-56B98B170F6E}" presName="root" presStyleCnt="0">
        <dgm:presLayoutVars>
          <dgm:dir/>
          <dgm:resizeHandles val="exact"/>
        </dgm:presLayoutVars>
      </dgm:prSet>
      <dgm:spPr/>
    </dgm:pt>
    <dgm:pt modelId="{C7C1E4AF-9247-4056-8D55-F27CFECB448D}" type="pres">
      <dgm:prSet presAssocID="{DD7934E9-2B21-431A-9B2D-BED40B118E2B}" presName="compNode" presStyleCnt="0"/>
      <dgm:spPr/>
    </dgm:pt>
    <dgm:pt modelId="{AB608131-7B88-4DB8-B702-E8225FEBA0C7}" type="pres">
      <dgm:prSet presAssocID="{DD7934E9-2B21-431A-9B2D-BED40B118E2B}" presName="bgRect" presStyleLbl="bgShp" presStyleIdx="0" presStyleCnt="4"/>
      <dgm:spPr/>
    </dgm:pt>
    <dgm:pt modelId="{BC049265-1E77-4951-900A-A01FA79C033E}" type="pres">
      <dgm:prSet presAssocID="{DD7934E9-2B21-431A-9B2D-BED40B118E2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343947E-E552-46D3-B6D9-7DDE56743BAD}" type="pres">
      <dgm:prSet presAssocID="{DD7934E9-2B21-431A-9B2D-BED40B118E2B}" presName="spaceRect" presStyleCnt="0"/>
      <dgm:spPr/>
    </dgm:pt>
    <dgm:pt modelId="{A4D0AC11-2B87-4F22-94F7-81C2616DB60D}" type="pres">
      <dgm:prSet presAssocID="{DD7934E9-2B21-431A-9B2D-BED40B118E2B}" presName="parTx" presStyleLbl="revTx" presStyleIdx="0" presStyleCnt="4">
        <dgm:presLayoutVars>
          <dgm:chMax val="0"/>
          <dgm:chPref val="0"/>
        </dgm:presLayoutVars>
      </dgm:prSet>
      <dgm:spPr/>
    </dgm:pt>
    <dgm:pt modelId="{E5DFC229-25A1-4FC9-8C1A-ABFDDFDD9A9C}" type="pres">
      <dgm:prSet presAssocID="{504D0E17-2515-46C6-93D6-05DA9FAF4350}" presName="sibTrans" presStyleCnt="0"/>
      <dgm:spPr/>
    </dgm:pt>
    <dgm:pt modelId="{B5B34F17-80C2-485D-9020-77EC7DE7F4B3}" type="pres">
      <dgm:prSet presAssocID="{D1F3612B-E502-48BF-936A-8F211FA6E35D}" presName="compNode" presStyleCnt="0"/>
      <dgm:spPr/>
    </dgm:pt>
    <dgm:pt modelId="{440D3D6B-5A93-4933-82E2-E1A08333027B}" type="pres">
      <dgm:prSet presAssocID="{D1F3612B-E502-48BF-936A-8F211FA6E35D}" presName="bgRect" presStyleLbl="bgShp" presStyleIdx="1" presStyleCnt="4"/>
      <dgm:spPr/>
    </dgm:pt>
    <dgm:pt modelId="{511EA039-3995-4E0E-BCB7-605B1C541B0F}" type="pres">
      <dgm:prSet presAssocID="{D1F3612B-E502-48BF-936A-8F211FA6E35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A8B6D66-672D-4A7A-99BE-1CC02B75A793}" type="pres">
      <dgm:prSet presAssocID="{D1F3612B-E502-48BF-936A-8F211FA6E35D}" presName="spaceRect" presStyleCnt="0"/>
      <dgm:spPr/>
    </dgm:pt>
    <dgm:pt modelId="{BA06DFB3-9B08-404A-844D-AB023519CDB0}" type="pres">
      <dgm:prSet presAssocID="{D1F3612B-E502-48BF-936A-8F211FA6E35D}" presName="parTx" presStyleLbl="revTx" presStyleIdx="1" presStyleCnt="4">
        <dgm:presLayoutVars>
          <dgm:chMax val="0"/>
          <dgm:chPref val="0"/>
        </dgm:presLayoutVars>
      </dgm:prSet>
      <dgm:spPr/>
    </dgm:pt>
    <dgm:pt modelId="{DFEEF3E6-F2F4-4347-9C47-1D408B23BECB}" type="pres">
      <dgm:prSet presAssocID="{A1CD29A5-80C5-4051-8494-0F5245EA5917}" presName="sibTrans" presStyleCnt="0"/>
      <dgm:spPr/>
    </dgm:pt>
    <dgm:pt modelId="{02A31B4A-5321-40E5-8670-CC996F128ABB}" type="pres">
      <dgm:prSet presAssocID="{45152461-4770-4F2C-98FA-D8EAA82D8F53}" presName="compNode" presStyleCnt="0"/>
      <dgm:spPr/>
    </dgm:pt>
    <dgm:pt modelId="{D9B932A2-087F-403F-9FB0-3991197DFA6B}" type="pres">
      <dgm:prSet presAssocID="{45152461-4770-4F2C-98FA-D8EAA82D8F53}" presName="bgRect" presStyleLbl="bgShp" presStyleIdx="2" presStyleCnt="4"/>
      <dgm:spPr/>
    </dgm:pt>
    <dgm:pt modelId="{625BD483-7ECB-4625-B930-A1FE0760D37E}" type="pres">
      <dgm:prSet presAssocID="{45152461-4770-4F2C-98FA-D8EAA82D8F5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1440FAC-DF77-400B-A1B4-FAB2904DBFDB}" type="pres">
      <dgm:prSet presAssocID="{45152461-4770-4F2C-98FA-D8EAA82D8F53}" presName="spaceRect" presStyleCnt="0"/>
      <dgm:spPr/>
    </dgm:pt>
    <dgm:pt modelId="{3A9590FF-4A65-4DF3-993C-77AAC5D50F9D}" type="pres">
      <dgm:prSet presAssocID="{45152461-4770-4F2C-98FA-D8EAA82D8F53}" presName="parTx" presStyleLbl="revTx" presStyleIdx="2" presStyleCnt="4">
        <dgm:presLayoutVars>
          <dgm:chMax val="0"/>
          <dgm:chPref val="0"/>
        </dgm:presLayoutVars>
      </dgm:prSet>
      <dgm:spPr/>
    </dgm:pt>
    <dgm:pt modelId="{EE4F3D0E-EA27-4A6F-8EAB-A8A818A724B7}" type="pres">
      <dgm:prSet presAssocID="{5557C076-5994-4DFD-BE6E-AF28C1294858}" presName="sibTrans" presStyleCnt="0"/>
      <dgm:spPr/>
    </dgm:pt>
    <dgm:pt modelId="{B1AC7790-0B2A-4D5E-B614-F99F8D053B55}" type="pres">
      <dgm:prSet presAssocID="{7E4DFFBD-06D9-4401-B872-2B81C83E9663}" presName="compNode" presStyleCnt="0"/>
      <dgm:spPr/>
    </dgm:pt>
    <dgm:pt modelId="{5AB8BD2A-B245-4C98-A92F-5C60FA08D5A5}" type="pres">
      <dgm:prSet presAssocID="{7E4DFFBD-06D9-4401-B872-2B81C83E9663}" presName="bgRect" presStyleLbl="bgShp" presStyleIdx="3" presStyleCnt="4"/>
      <dgm:spPr/>
    </dgm:pt>
    <dgm:pt modelId="{597CC1F3-9E11-4837-BF9E-36B134252F09}" type="pres">
      <dgm:prSet presAssocID="{7E4DFFBD-06D9-4401-B872-2B81C83E966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E13EACD-1F16-4A91-AAFB-643F58ED6D30}" type="pres">
      <dgm:prSet presAssocID="{7E4DFFBD-06D9-4401-B872-2B81C83E9663}" presName="spaceRect" presStyleCnt="0"/>
      <dgm:spPr/>
    </dgm:pt>
    <dgm:pt modelId="{FC31FF89-5B4F-4830-ACA4-CDA97B57D6E8}" type="pres">
      <dgm:prSet presAssocID="{7E4DFFBD-06D9-4401-B872-2B81C83E966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809740C-B39E-4F64-92EA-E7BC1C00CDE1}" type="presOf" srcId="{45152461-4770-4F2C-98FA-D8EAA82D8F53}" destId="{3A9590FF-4A65-4DF3-993C-77AAC5D50F9D}" srcOrd="0" destOrd="0" presId="urn:microsoft.com/office/officeart/2018/2/layout/IconVerticalSolidList"/>
    <dgm:cxn modelId="{ABA9C41C-EF42-4609-9502-CFB4D47EC8CB}" srcId="{B92A81BF-9BBB-45BF-A579-56B98B170F6E}" destId="{DD7934E9-2B21-431A-9B2D-BED40B118E2B}" srcOrd="0" destOrd="0" parTransId="{167ED707-3DB1-4A17-B663-81E117CAF656}" sibTransId="{504D0E17-2515-46C6-93D6-05DA9FAF4350}"/>
    <dgm:cxn modelId="{C7B81A3A-4BAA-4C1A-8FBE-6984C668A298}" type="presOf" srcId="{7E4DFFBD-06D9-4401-B872-2B81C83E9663}" destId="{FC31FF89-5B4F-4830-ACA4-CDA97B57D6E8}" srcOrd="0" destOrd="0" presId="urn:microsoft.com/office/officeart/2018/2/layout/IconVerticalSolidList"/>
    <dgm:cxn modelId="{1BD91E6A-3CC7-4077-AF42-9522F876CAB1}" srcId="{B92A81BF-9BBB-45BF-A579-56B98B170F6E}" destId="{45152461-4770-4F2C-98FA-D8EAA82D8F53}" srcOrd="2" destOrd="0" parTransId="{FA21372A-349A-4A2A-A241-2C29FFCB762D}" sibTransId="{5557C076-5994-4DFD-BE6E-AF28C1294858}"/>
    <dgm:cxn modelId="{17999B51-9950-455D-B5CE-54E8919103F8}" type="presOf" srcId="{D1F3612B-E502-48BF-936A-8F211FA6E35D}" destId="{BA06DFB3-9B08-404A-844D-AB023519CDB0}" srcOrd="0" destOrd="0" presId="urn:microsoft.com/office/officeart/2018/2/layout/IconVerticalSolidList"/>
    <dgm:cxn modelId="{385A6A93-5501-44D1-AB23-731281A5B737}" srcId="{B92A81BF-9BBB-45BF-A579-56B98B170F6E}" destId="{7E4DFFBD-06D9-4401-B872-2B81C83E9663}" srcOrd="3" destOrd="0" parTransId="{7DF5FDAD-71C5-4FFF-A857-2F52FEBBA2C4}" sibTransId="{169EEA3F-A422-4281-811D-9E90E452DDB7}"/>
    <dgm:cxn modelId="{2A84BDA5-BCA3-4A14-9DBA-8793663E2AF2}" srcId="{B92A81BF-9BBB-45BF-A579-56B98B170F6E}" destId="{D1F3612B-E502-48BF-936A-8F211FA6E35D}" srcOrd="1" destOrd="0" parTransId="{C34B4BF3-C1C3-43F3-ACD9-41B8A7061F32}" sibTransId="{A1CD29A5-80C5-4051-8494-0F5245EA5917}"/>
    <dgm:cxn modelId="{F991AFB6-0C37-4C8D-9CE5-02F2169C0ED9}" type="presOf" srcId="{B92A81BF-9BBB-45BF-A579-56B98B170F6E}" destId="{E28B48CF-AA1C-48C5-BD0D-6E2E69DB068A}" srcOrd="0" destOrd="0" presId="urn:microsoft.com/office/officeart/2018/2/layout/IconVerticalSolidList"/>
    <dgm:cxn modelId="{56B53DD0-24A0-47C3-BA89-4B6110FEB1EC}" type="presOf" srcId="{DD7934E9-2B21-431A-9B2D-BED40B118E2B}" destId="{A4D0AC11-2B87-4F22-94F7-81C2616DB60D}" srcOrd="0" destOrd="0" presId="urn:microsoft.com/office/officeart/2018/2/layout/IconVerticalSolidList"/>
    <dgm:cxn modelId="{F60235F7-58E6-414F-B7C1-56FA5F8BD0A3}" type="presParOf" srcId="{E28B48CF-AA1C-48C5-BD0D-6E2E69DB068A}" destId="{C7C1E4AF-9247-4056-8D55-F27CFECB448D}" srcOrd="0" destOrd="0" presId="urn:microsoft.com/office/officeart/2018/2/layout/IconVerticalSolidList"/>
    <dgm:cxn modelId="{8127E05D-C40E-4C84-8321-5F9107C06BBA}" type="presParOf" srcId="{C7C1E4AF-9247-4056-8D55-F27CFECB448D}" destId="{AB608131-7B88-4DB8-B702-E8225FEBA0C7}" srcOrd="0" destOrd="0" presId="urn:microsoft.com/office/officeart/2018/2/layout/IconVerticalSolidList"/>
    <dgm:cxn modelId="{C52AB2FC-3E35-4EA8-B589-BCEBCB93E1C8}" type="presParOf" srcId="{C7C1E4AF-9247-4056-8D55-F27CFECB448D}" destId="{BC049265-1E77-4951-900A-A01FA79C033E}" srcOrd="1" destOrd="0" presId="urn:microsoft.com/office/officeart/2018/2/layout/IconVerticalSolidList"/>
    <dgm:cxn modelId="{08C4DEC3-47A1-4EC0-A87C-4221C97D547C}" type="presParOf" srcId="{C7C1E4AF-9247-4056-8D55-F27CFECB448D}" destId="{0343947E-E552-46D3-B6D9-7DDE56743BAD}" srcOrd="2" destOrd="0" presId="urn:microsoft.com/office/officeart/2018/2/layout/IconVerticalSolidList"/>
    <dgm:cxn modelId="{2B98CEF2-B361-4C53-A5BC-A648DEC663E0}" type="presParOf" srcId="{C7C1E4AF-9247-4056-8D55-F27CFECB448D}" destId="{A4D0AC11-2B87-4F22-94F7-81C2616DB60D}" srcOrd="3" destOrd="0" presId="urn:microsoft.com/office/officeart/2018/2/layout/IconVerticalSolidList"/>
    <dgm:cxn modelId="{017DCE1C-B229-40B6-885C-B4F656C5D560}" type="presParOf" srcId="{E28B48CF-AA1C-48C5-BD0D-6E2E69DB068A}" destId="{E5DFC229-25A1-4FC9-8C1A-ABFDDFDD9A9C}" srcOrd="1" destOrd="0" presId="urn:microsoft.com/office/officeart/2018/2/layout/IconVerticalSolidList"/>
    <dgm:cxn modelId="{2A574176-F594-437C-90A5-CCE9DC81F474}" type="presParOf" srcId="{E28B48CF-AA1C-48C5-BD0D-6E2E69DB068A}" destId="{B5B34F17-80C2-485D-9020-77EC7DE7F4B3}" srcOrd="2" destOrd="0" presId="urn:microsoft.com/office/officeart/2018/2/layout/IconVerticalSolidList"/>
    <dgm:cxn modelId="{765CE7AE-2BD6-4570-8B5A-863DBA90A292}" type="presParOf" srcId="{B5B34F17-80C2-485D-9020-77EC7DE7F4B3}" destId="{440D3D6B-5A93-4933-82E2-E1A08333027B}" srcOrd="0" destOrd="0" presId="urn:microsoft.com/office/officeart/2018/2/layout/IconVerticalSolidList"/>
    <dgm:cxn modelId="{6034CF78-4B22-41BF-81CC-BA356A0A3DA7}" type="presParOf" srcId="{B5B34F17-80C2-485D-9020-77EC7DE7F4B3}" destId="{511EA039-3995-4E0E-BCB7-605B1C541B0F}" srcOrd="1" destOrd="0" presId="urn:microsoft.com/office/officeart/2018/2/layout/IconVerticalSolidList"/>
    <dgm:cxn modelId="{6861C296-3084-4AF6-849B-3198870F0217}" type="presParOf" srcId="{B5B34F17-80C2-485D-9020-77EC7DE7F4B3}" destId="{7A8B6D66-672D-4A7A-99BE-1CC02B75A793}" srcOrd="2" destOrd="0" presId="urn:microsoft.com/office/officeart/2018/2/layout/IconVerticalSolidList"/>
    <dgm:cxn modelId="{AF37AE1F-9698-4C6F-AD79-874E74939623}" type="presParOf" srcId="{B5B34F17-80C2-485D-9020-77EC7DE7F4B3}" destId="{BA06DFB3-9B08-404A-844D-AB023519CDB0}" srcOrd="3" destOrd="0" presId="urn:microsoft.com/office/officeart/2018/2/layout/IconVerticalSolidList"/>
    <dgm:cxn modelId="{0061DB17-F8B7-47C7-B02F-21DEB6E9238C}" type="presParOf" srcId="{E28B48CF-AA1C-48C5-BD0D-6E2E69DB068A}" destId="{DFEEF3E6-F2F4-4347-9C47-1D408B23BECB}" srcOrd="3" destOrd="0" presId="urn:microsoft.com/office/officeart/2018/2/layout/IconVerticalSolidList"/>
    <dgm:cxn modelId="{C99D7696-4F69-4C52-B0DD-7933C09006D4}" type="presParOf" srcId="{E28B48CF-AA1C-48C5-BD0D-6E2E69DB068A}" destId="{02A31B4A-5321-40E5-8670-CC996F128ABB}" srcOrd="4" destOrd="0" presId="urn:microsoft.com/office/officeart/2018/2/layout/IconVerticalSolidList"/>
    <dgm:cxn modelId="{BE561B70-036F-46B6-9228-3E6F4BA3FF0D}" type="presParOf" srcId="{02A31B4A-5321-40E5-8670-CC996F128ABB}" destId="{D9B932A2-087F-403F-9FB0-3991197DFA6B}" srcOrd="0" destOrd="0" presId="urn:microsoft.com/office/officeart/2018/2/layout/IconVerticalSolidList"/>
    <dgm:cxn modelId="{0939CF85-8CD6-427E-9049-DECA2D671C32}" type="presParOf" srcId="{02A31B4A-5321-40E5-8670-CC996F128ABB}" destId="{625BD483-7ECB-4625-B930-A1FE0760D37E}" srcOrd="1" destOrd="0" presId="urn:microsoft.com/office/officeart/2018/2/layout/IconVerticalSolidList"/>
    <dgm:cxn modelId="{646225FE-B38C-41AD-9837-F6A83438F966}" type="presParOf" srcId="{02A31B4A-5321-40E5-8670-CC996F128ABB}" destId="{61440FAC-DF77-400B-A1B4-FAB2904DBFDB}" srcOrd="2" destOrd="0" presId="urn:microsoft.com/office/officeart/2018/2/layout/IconVerticalSolidList"/>
    <dgm:cxn modelId="{21BFD735-15E8-40BE-B8CF-082BE8CA5F31}" type="presParOf" srcId="{02A31B4A-5321-40E5-8670-CC996F128ABB}" destId="{3A9590FF-4A65-4DF3-993C-77AAC5D50F9D}" srcOrd="3" destOrd="0" presId="urn:microsoft.com/office/officeart/2018/2/layout/IconVerticalSolidList"/>
    <dgm:cxn modelId="{AE949C77-C141-40BB-9CCA-1FD7872EBA21}" type="presParOf" srcId="{E28B48CF-AA1C-48C5-BD0D-6E2E69DB068A}" destId="{EE4F3D0E-EA27-4A6F-8EAB-A8A818A724B7}" srcOrd="5" destOrd="0" presId="urn:microsoft.com/office/officeart/2018/2/layout/IconVerticalSolidList"/>
    <dgm:cxn modelId="{9653C982-AE71-49F4-BFF5-F1D3A5A81299}" type="presParOf" srcId="{E28B48CF-AA1C-48C5-BD0D-6E2E69DB068A}" destId="{B1AC7790-0B2A-4D5E-B614-F99F8D053B55}" srcOrd="6" destOrd="0" presId="urn:microsoft.com/office/officeart/2018/2/layout/IconVerticalSolidList"/>
    <dgm:cxn modelId="{DA9534D8-E15B-4D5D-8661-F7990975329D}" type="presParOf" srcId="{B1AC7790-0B2A-4D5E-B614-F99F8D053B55}" destId="{5AB8BD2A-B245-4C98-A92F-5C60FA08D5A5}" srcOrd="0" destOrd="0" presId="urn:microsoft.com/office/officeart/2018/2/layout/IconVerticalSolidList"/>
    <dgm:cxn modelId="{2BD14F69-5B77-481F-A62C-DD710FC4CD38}" type="presParOf" srcId="{B1AC7790-0B2A-4D5E-B614-F99F8D053B55}" destId="{597CC1F3-9E11-4837-BF9E-36B134252F09}" srcOrd="1" destOrd="0" presId="urn:microsoft.com/office/officeart/2018/2/layout/IconVerticalSolidList"/>
    <dgm:cxn modelId="{8EB1B0FB-27EC-4477-AF5C-E5A0797F63D9}" type="presParOf" srcId="{B1AC7790-0B2A-4D5E-B614-F99F8D053B55}" destId="{2E13EACD-1F16-4A91-AAFB-643F58ED6D30}" srcOrd="2" destOrd="0" presId="urn:microsoft.com/office/officeart/2018/2/layout/IconVerticalSolidList"/>
    <dgm:cxn modelId="{109AD394-9106-4853-B4D0-E0F61151AC9F}" type="presParOf" srcId="{B1AC7790-0B2A-4D5E-B614-F99F8D053B55}" destId="{FC31FF89-5B4F-4830-ACA4-CDA97B57D6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C55EE01-C211-4598-9C03-30CDFCCBFE1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415745A-190D-4C55-8154-8B811C7F01B2}">
      <dgm:prSet/>
      <dgm:spPr/>
      <dgm:t>
        <a:bodyPr/>
        <a:lstStyle/>
        <a:p>
          <a:r>
            <a:rPr lang="en-US" b="0" i="0"/>
            <a:t>Developer pushes code to CodeCommit / GitHub / Bitbucket</a:t>
          </a:r>
          <a:endParaRPr lang="en-US"/>
        </a:p>
      </dgm:t>
    </dgm:pt>
    <dgm:pt modelId="{89494D0C-3893-4042-82D7-116FAE7B9B3D}" type="parTrans" cxnId="{A97B353D-1E83-4F97-BF39-D12DB08499A7}">
      <dgm:prSet/>
      <dgm:spPr/>
      <dgm:t>
        <a:bodyPr/>
        <a:lstStyle/>
        <a:p>
          <a:endParaRPr lang="en-US"/>
        </a:p>
      </dgm:t>
    </dgm:pt>
    <dgm:pt modelId="{68250971-4260-4FE2-A611-31132815B05D}" type="sibTrans" cxnId="{A97B353D-1E83-4F97-BF39-D12DB08499A7}">
      <dgm:prSet/>
      <dgm:spPr/>
      <dgm:t>
        <a:bodyPr/>
        <a:lstStyle/>
        <a:p>
          <a:endParaRPr lang="en-US"/>
        </a:p>
      </dgm:t>
    </dgm:pt>
    <dgm:pt modelId="{97588113-98D7-4AF8-863F-BD929C33BBD2}">
      <dgm:prSet/>
      <dgm:spPr/>
      <dgm:t>
        <a:bodyPr/>
        <a:lstStyle/>
        <a:p>
          <a:r>
            <a:rPr lang="en-US" b="0" i="0"/>
            <a:t>CodePipeline detects change and starts pipeline</a:t>
          </a:r>
          <a:endParaRPr lang="en-US"/>
        </a:p>
      </dgm:t>
    </dgm:pt>
    <dgm:pt modelId="{08EDCC8B-2CA9-4135-BC68-678F02F401B2}" type="parTrans" cxnId="{4A4EC1A3-D510-4BB8-9436-040EC2284AE7}">
      <dgm:prSet/>
      <dgm:spPr/>
      <dgm:t>
        <a:bodyPr/>
        <a:lstStyle/>
        <a:p>
          <a:endParaRPr lang="en-US"/>
        </a:p>
      </dgm:t>
    </dgm:pt>
    <dgm:pt modelId="{868155B4-9614-4E4E-9297-C1E540FBF26B}" type="sibTrans" cxnId="{4A4EC1A3-D510-4BB8-9436-040EC2284AE7}">
      <dgm:prSet/>
      <dgm:spPr/>
      <dgm:t>
        <a:bodyPr/>
        <a:lstStyle/>
        <a:p>
          <a:endParaRPr lang="en-US"/>
        </a:p>
      </dgm:t>
    </dgm:pt>
    <dgm:pt modelId="{E54DA0D9-6D3E-4BBB-9E60-F8AAE861C81E}">
      <dgm:prSet/>
      <dgm:spPr/>
      <dgm:t>
        <a:bodyPr/>
        <a:lstStyle/>
        <a:p>
          <a:r>
            <a:rPr lang="en-US" b="0" i="0"/>
            <a:t>CodeBuild builds Docker image and pushes to Amazon ECR</a:t>
          </a:r>
          <a:endParaRPr lang="en-US"/>
        </a:p>
      </dgm:t>
    </dgm:pt>
    <dgm:pt modelId="{307F73D0-0C98-4586-9126-A6CADF19A723}" type="parTrans" cxnId="{D01C4055-47FB-4764-BF34-7519DC7C561D}">
      <dgm:prSet/>
      <dgm:spPr/>
      <dgm:t>
        <a:bodyPr/>
        <a:lstStyle/>
        <a:p>
          <a:endParaRPr lang="en-US"/>
        </a:p>
      </dgm:t>
    </dgm:pt>
    <dgm:pt modelId="{ECFA4EE2-C209-4E80-89F7-A047CDA15169}" type="sibTrans" cxnId="{D01C4055-47FB-4764-BF34-7519DC7C561D}">
      <dgm:prSet/>
      <dgm:spPr/>
      <dgm:t>
        <a:bodyPr/>
        <a:lstStyle/>
        <a:p>
          <a:endParaRPr lang="en-US"/>
        </a:p>
      </dgm:t>
    </dgm:pt>
    <dgm:pt modelId="{F9FF1CF5-263E-4343-90C7-8651F685A184}">
      <dgm:prSet/>
      <dgm:spPr/>
      <dgm:t>
        <a:bodyPr/>
        <a:lstStyle/>
        <a:p>
          <a:r>
            <a:rPr lang="en-US" b="0" i="0"/>
            <a:t>CodePipeline deploys new image to ECS Service (Fargate or EC2)</a:t>
          </a:r>
          <a:endParaRPr lang="en-US"/>
        </a:p>
      </dgm:t>
    </dgm:pt>
    <dgm:pt modelId="{FF311850-390E-4DFA-80A2-DAD79302876B}" type="parTrans" cxnId="{D1CC1E1A-9326-4623-AE1C-5B8900E50852}">
      <dgm:prSet/>
      <dgm:spPr/>
      <dgm:t>
        <a:bodyPr/>
        <a:lstStyle/>
        <a:p>
          <a:endParaRPr lang="en-US"/>
        </a:p>
      </dgm:t>
    </dgm:pt>
    <dgm:pt modelId="{FC1BC6B5-9A11-40A5-A64F-E623CBCB31E9}" type="sibTrans" cxnId="{D1CC1E1A-9326-4623-AE1C-5B8900E50852}">
      <dgm:prSet/>
      <dgm:spPr/>
      <dgm:t>
        <a:bodyPr/>
        <a:lstStyle/>
        <a:p>
          <a:endParaRPr lang="en-US"/>
        </a:p>
      </dgm:t>
    </dgm:pt>
    <dgm:pt modelId="{DD36E24A-C18C-4714-8084-D413A299B66A}">
      <dgm:prSet/>
      <dgm:spPr/>
      <dgm:t>
        <a:bodyPr/>
        <a:lstStyle/>
        <a:p>
          <a:r>
            <a:rPr lang="en-US" b="0" i="0"/>
            <a:t>Application is served through an Application Load Balancer (ALB)</a:t>
          </a:r>
          <a:endParaRPr lang="en-US"/>
        </a:p>
      </dgm:t>
    </dgm:pt>
    <dgm:pt modelId="{D335CAB5-A20E-4059-8330-95E46ABCB085}" type="parTrans" cxnId="{666CF0A6-4FD0-4BD5-AD12-B4145960083D}">
      <dgm:prSet/>
      <dgm:spPr/>
      <dgm:t>
        <a:bodyPr/>
        <a:lstStyle/>
        <a:p>
          <a:endParaRPr lang="en-US"/>
        </a:p>
      </dgm:t>
    </dgm:pt>
    <dgm:pt modelId="{A067A9C6-2334-4BDF-8FFA-53355690CE83}" type="sibTrans" cxnId="{666CF0A6-4FD0-4BD5-AD12-B4145960083D}">
      <dgm:prSet/>
      <dgm:spPr/>
      <dgm:t>
        <a:bodyPr/>
        <a:lstStyle/>
        <a:p>
          <a:endParaRPr lang="en-US"/>
        </a:p>
      </dgm:t>
    </dgm:pt>
    <dgm:pt modelId="{9CA712AF-EADE-47E1-92FD-EF8D47F91D90}" type="pres">
      <dgm:prSet presAssocID="{7C55EE01-C211-4598-9C03-30CDFCCBFE1F}" presName="root" presStyleCnt="0">
        <dgm:presLayoutVars>
          <dgm:dir/>
          <dgm:resizeHandles val="exact"/>
        </dgm:presLayoutVars>
      </dgm:prSet>
      <dgm:spPr/>
    </dgm:pt>
    <dgm:pt modelId="{18AAA583-A3CC-4167-94A4-4DF0C31D74ED}" type="pres">
      <dgm:prSet presAssocID="{E415745A-190D-4C55-8154-8B811C7F01B2}" presName="compNode" presStyleCnt="0"/>
      <dgm:spPr/>
    </dgm:pt>
    <dgm:pt modelId="{48C219CD-2920-4CB5-9C2D-F0745B337EFA}" type="pres">
      <dgm:prSet presAssocID="{E415745A-190D-4C55-8154-8B811C7F01B2}" presName="bgRect" presStyleLbl="bgShp" presStyleIdx="0" presStyleCnt="5"/>
      <dgm:spPr/>
    </dgm:pt>
    <dgm:pt modelId="{8BD1CFDC-6758-43CB-A038-57AD390E04B8}" type="pres">
      <dgm:prSet presAssocID="{E415745A-190D-4C55-8154-8B811C7F01B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F58F956B-1D28-4204-AA68-A396E8011653}" type="pres">
      <dgm:prSet presAssocID="{E415745A-190D-4C55-8154-8B811C7F01B2}" presName="spaceRect" presStyleCnt="0"/>
      <dgm:spPr/>
    </dgm:pt>
    <dgm:pt modelId="{0CF70731-C02D-446D-9147-B16F71F8F539}" type="pres">
      <dgm:prSet presAssocID="{E415745A-190D-4C55-8154-8B811C7F01B2}" presName="parTx" presStyleLbl="revTx" presStyleIdx="0" presStyleCnt="5">
        <dgm:presLayoutVars>
          <dgm:chMax val="0"/>
          <dgm:chPref val="0"/>
        </dgm:presLayoutVars>
      </dgm:prSet>
      <dgm:spPr/>
    </dgm:pt>
    <dgm:pt modelId="{FF1E9ACC-7EC9-4646-B890-44CB1062ACD0}" type="pres">
      <dgm:prSet presAssocID="{68250971-4260-4FE2-A611-31132815B05D}" presName="sibTrans" presStyleCnt="0"/>
      <dgm:spPr/>
    </dgm:pt>
    <dgm:pt modelId="{D826FDA1-4F2B-4F4D-95BC-94442165FA0B}" type="pres">
      <dgm:prSet presAssocID="{97588113-98D7-4AF8-863F-BD929C33BBD2}" presName="compNode" presStyleCnt="0"/>
      <dgm:spPr/>
    </dgm:pt>
    <dgm:pt modelId="{944096F3-DA8B-4C5E-A725-A40406604B86}" type="pres">
      <dgm:prSet presAssocID="{97588113-98D7-4AF8-863F-BD929C33BBD2}" presName="bgRect" presStyleLbl="bgShp" presStyleIdx="1" presStyleCnt="5"/>
      <dgm:spPr/>
    </dgm:pt>
    <dgm:pt modelId="{737A9D6C-8AD6-4C36-93F4-E94344AC34C6}" type="pres">
      <dgm:prSet presAssocID="{97588113-98D7-4AF8-863F-BD929C33BBD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8D44916-1558-4477-AFE1-926E1A854D32}" type="pres">
      <dgm:prSet presAssocID="{97588113-98D7-4AF8-863F-BD929C33BBD2}" presName="spaceRect" presStyleCnt="0"/>
      <dgm:spPr/>
    </dgm:pt>
    <dgm:pt modelId="{71BAD71C-B24C-4F61-AE66-BA47C3771A60}" type="pres">
      <dgm:prSet presAssocID="{97588113-98D7-4AF8-863F-BD929C33BBD2}" presName="parTx" presStyleLbl="revTx" presStyleIdx="1" presStyleCnt="5">
        <dgm:presLayoutVars>
          <dgm:chMax val="0"/>
          <dgm:chPref val="0"/>
        </dgm:presLayoutVars>
      </dgm:prSet>
      <dgm:spPr/>
    </dgm:pt>
    <dgm:pt modelId="{B6ED449B-0ED5-4A42-8D6E-E78B49C900BF}" type="pres">
      <dgm:prSet presAssocID="{868155B4-9614-4E4E-9297-C1E540FBF26B}" presName="sibTrans" presStyleCnt="0"/>
      <dgm:spPr/>
    </dgm:pt>
    <dgm:pt modelId="{AB9539FA-8630-491C-833C-A9C725108DBF}" type="pres">
      <dgm:prSet presAssocID="{E54DA0D9-6D3E-4BBB-9E60-F8AAE861C81E}" presName="compNode" presStyleCnt="0"/>
      <dgm:spPr/>
    </dgm:pt>
    <dgm:pt modelId="{97BF438E-2471-4555-B6D4-373676A66362}" type="pres">
      <dgm:prSet presAssocID="{E54DA0D9-6D3E-4BBB-9E60-F8AAE861C81E}" presName="bgRect" presStyleLbl="bgShp" presStyleIdx="2" presStyleCnt="5"/>
      <dgm:spPr/>
    </dgm:pt>
    <dgm:pt modelId="{D0DB8AAA-1D96-4888-A7F9-EE787001506D}" type="pres">
      <dgm:prSet presAssocID="{E54DA0D9-6D3E-4BBB-9E60-F8AAE861C81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F56955F2-2853-4A4D-9FA5-93B60DC8128A}" type="pres">
      <dgm:prSet presAssocID="{E54DA0D9-6D3E-4BBB-9E60-F8AAE861C81E}" presName="spaceRect" presStyleCnt="0"/>
      <dgm:spPr/>
    </dgm:pt>
    <dgm:pt modelId="{E551C1AF-A26F-44BB-ACE2-2FAF18168776}" type="pres">
      <dgm:prSet presAssocID="{E54DA0D9-6D3E-4BBB-9E60-F8AAE861C81E}" presName="parTx" presStyleLbl="revTx" presStyleIdx="2" presStyleCnt="5">
        <dgm:presLayoutVars>
          <dgm:chMax val="0"/>
          <dgm:chPref val="0"/>
        </dgm:presLayoutVars>
      </dgm:prSet>
      <dgm:spPr/>
    </dgm:pt>
    <dgm:pt modelId="{12155EA1-B72C-46F3-A77E-79458FFCCCD0}" type="pres">
      <dgm:prSet presAssocID="{ECFA4EE2-C209-4E80-89F7-A047CDA15169}" presName="sibTrans" presStyleCnt="0"/>
      <dgm:spPr/>
    </dgm:pt>
    <dgm:pt modelId="{30F204E5-D847-4E86-AEFD-E6201D391BC8}" type="pres">
      <dgm:prSet presAssocID="{F9FF1CF5-263E-4343-90C7-8651F685A184}" presName="compNode" presStyleCnt="0"/>
      <dgm:spPr/>
    </dgm:pt>
    <dgm:pt modelId="{976A47F0-6AF7-4492-BDEF-A31C0B7AEE16}" type="pres">
      <dgm:prSet presAssocID="{F9FF1CF5-263E-4343-90C7-8651F685A184}" presName="bgRect" presStyleLbl="bgShp" presStyleIdx="3" presStyleCnt="5"/>
      <dgm:spPr/>
    </dgm:pt>
    <dgm:pt modelId="{C5AA0E9C-7859-406B-B498-2E988EB4D690}" type="pres">
      <dgm:prSet presAssocID="{F9FF1CF5-263E-4343-90C7-8651F685A18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63F95FF5-78E7-4A4F-A00D-587A592EDC7B}" type="pres">
      <dgm:prSet presAssocID="{F9FF1CF5-263E-4343-90C7-8651F685A184}" presName="spaceRect" presStyleCnt="0"/>
      <dgm:spPr/>
    </dgm:pt>
    <dgm:pt modelId="{836B8D2C-721C-4647-86BD-21B9923BE897}" type="pres">
      <dgm:prSet presAssocID="{F9FF1CF5-263E-4343-90C7-8651F685A184}" presName="parTx" presStyleLbl="revTx" presStyleIdx="3" presStyleCnt="5">
        <dgm:presLayoutVars>
          <dgm:chMax val="0"/>
          <dgm:chPref val="0"/>
        </dgm:presLayoutVars>
      </dgm:prSet>
      <dgm:spPr/>
    </dgm:pt>
    <dgm:pt modelId="{7B37EDF8-E443-40BC-844C-207CDE996308}" type="pres">
      <dgm:prSet presAssocID="{FC1BC6B5-9A11-40A5-A64F-E623CBCB31E9}" presName="sibTrans" presStyleCnt="0"/>
      <dgm:spPr/>
    </dgm:pt>
    <dgm:pt modelId="{5035193D-5017-4733-8346-8611D1F6485F}" type="pres">
      <dgm:prSet presAssocID="{DD36E24A-C18C-4714-8084-D413A299B66A}" presName="compNode" presStyleCnt="0"/>
      <dgm:spPr/>
    </dgm:pt>
    <dgm:pt modelId="{9BF1DF6E-7768-4508-A940-AA825E235686}" type="pres">
      <dgm:prSet presAssocID="{DD36E24A-C18C-4714-8084-D413A299B66A}" presName="bgRect" presStyleLbl="bgShp" presStyleIdx="4" presStyleCnt="5"/>
      <dgm:spPr/>
    </dgm:pt>
    <dgm:pt modelId="{CD922505-E5C7-4DDD-ACB5-588B14A3051F}" type="pres">
      <dgm:prSet presAssocID="{DD36E24A-C18C-4714-8084-D413A299B66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4B1939E8-2258-4FA3-85AF-A7E4340F58AB}" type="pres">
      <dgm:prSet presAssocID="{DD36E24A-C18C-4714-8084-D413A299B66A}" presName="spaceRect" presStyleCnt="0"/>
      <dgm:spPr/>
    </dgm:pt>
    <dgm:pt modelId="{E9810B66-A6D5-4A9F-8913-12A906CD066F}" type="pres">
      <dgm:prSet presAssocID="{DD36E24A-C18C-4714-8084-D413A299B66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1CC1E1A-9326-4623-AE1C-5B8900E50852}" srcId="{7C55EE01-C211-4598-9C03-30CDFCCBFE1F}" destId="{F9FF1CF5-263E-4343-90C7-8651F685A184}" srcOrd="3" destOrd="0" parTransId="{FF311850-390E-4DFA-80A2-DAD79302876B}" sibTransId="{FC1BC6B5-9A11-40A5-A64F-E623CBCB31E9}"/>
    <dgm:cxn modelId="{6DCA8220-1335-4A4D-B7DD-726DE1FB2AD7}" type="presOf" srcId="{7C55EE01-C211-4598-9C03-30CDFCCBFE1F}" destId="{9CA712AF-EADE-47E1-92FD-EF8D47F91D90}" srcOrd="0" destOrd="0" presId="urn:microsoft.com/office/officeart/2018/2/layout/IconVerticalSolidList"/>
    <dgm:cxn modelId="{A97B353D-1E83-4F97-BF39-D12DB08499A7}" srcId="{7C55EE01-C211-4598-9C03-30CDFCCBFE1F}" destId="{E415745A-190D-4C55-8154-8B811C7F01B2}" srcOrd="0" destOrd="0" parTransId="{89494D0C-3893-4042-82D7-116FAE7B9B3D}" sibTransId="{68250971-4260-4FE2-A611-31132815B05D}"/>
    <dgm:cxn modelId="{45DCB742-575D-4747-B10F-1C660BFD59BA}" type="presOf" srcId="{E54DA0D9-6D3E-4BBB-9E60-F8AAE861C81E}" destId="{E551C1AF-A26F-44BB-ACE2-2FAF18168776}" srcOrd="0" destOrd="0" presId="urn:microsoft.com/office/officeart/2018/2/layout/IconVerticalSolidList"/>
    <dgm:cxn modelId="{7A3BFD44-EB05-48EC-9FD7-46D5ED76482A}" type="presOf" srcId="{DD36E24A-C18C-4714-8084-D413A299B66A}" destId="{E9810B66-A6D5-4A9F-8913-12A906CD066F}" srcOrd="0" destOrd="0" presId="urn:microsoft.com/office/officeart/2018/2/layout/IconVerticalSolidList"/>
    <dgm:cxn modelId="{D01C4055-47FB-4764-BF34-7519DC7C561D}" srcId="{7C55EE01-C211-4598-9C03-30CDFCCBFE1F}" destId="{E54DA0D9-6D3E-4BBB-9E60-F8AAE861C81E}" srcOrd="2" destOrd="0" parTransId="{307F73D0-0C98-4586-9126-A6CADF19A723}" sibTransId="{ECFA4EE2-C209-4E80-89F7-A047CDA15169}"/>
    <dgm:cxn modelId="{A8B31985-A888-4821-8019-11EE3E24A993}" type="presOf" srcId="{97588113-98D7-4AF8-863F-BD929C33BBD2}" destId="{71BAD71C-B24C-4F61-AE66-BA47C3771A60}" srcOrd="0" destOrd="0" presId="urn:microsoft.com/office/officeart/2018/2/layout/IconVerticalSolidList"/>
    <dgm:cxn modelId="{0FB39690-EA7F-4F32-A8C8-F937328CD801}" type="presOf" srcId="{E415745A-190D-4C55-8154-8B811C7F01B2}" destId="{0CF70731-C02D-446D-9147-B16F71F8F539}" srcOrd="0" destOrd="0" presId="urn:microsoft.com/office/officeart/2018/2/layout/IconVerticalSolidList"/>
    <dgm:cxn modelId="{4A4EC1A3-D510-4BB8-9436-040EC2284AE7}" srcId="{7C55EE01-C211-4598-9C03-30CDFCCBFE1F}" destId="{97588113-98D7-4AF8-863F-BD929C33BBD2}" srcOrd="1" destOrd="0" parTransId="{08EDCC8B-2CA9-4135-BC68-678F02F401B2}" sibTransId="{868155B4-9614-4E4E-9297-C1E540FBF26B}"/>
    <dgm:cxn modelId="{666CF0A6-4FD0-4BD5-AD12-B4145960083D}" srcId="{7C55EE01-C211-4598-9C03-30CDFCCBFE1F}" destId="{DD36E24A-C18C-4714-8084-D413A299B66A}" srcOrd="4" destOrd="0" parTransId="{D335CAB5-A20E-4059-8330-95E46ABCB085}" sibTransId="{A067A9C6-2334-4BDF-8FFA-53355690CE83}"/>
    <dgm:cxn modelId="{E887ACC7-DAFE-47A0-B115-E35717B708F1}" type="presOf" srcId="{F9FF1CF5-263E-4343-90C7-8651F685A184}" destId="{836B8D2C-721C-4647-86BD-21B9923BE897}" srcOrd="0" destOrd="0" presId="urn:microsoft.com/office/officeart/2018/2/layout/IconVerticalSolidList"/>
    <dgm:cxn modelId="{80C8CBB6-B580-47C8-B811-1B31CA1C7047}" type="presParOf" srcId="{9CA712AF-EADE-47E1-92FD-EF8D47F91D90}" destId="{18AAA583-A3CC-4167-94A4-4DF0C31D74ED}" srcOrd="0" destOrd="0" presId="urn:microsoft.com/office/officeart/2018/2/layout/IconVerticalSolidList"/>
    <dgm:cxn modelId="{69ADA8CB-7A7B-4FFD-895E-6F77B3812794}" type="presParOf" srcId="{18AAA583-A3CC-4167-94A4-4DF0C31D74ED}" destId="{48C219CD-2920-4CB5-9C2D-F0745B337EFA}" srcOrd="0" destOrd="0" presId="urn:microsoft.com/office/officeart/2018/2/layout/IconVerticalSolidList"/>
    <dgm:cxn modelId="{7ED9B7C8-E576-436B-B38B-553DE35F0FC5}" type="presParOf" srcId="{18AAA583-A3CC-4167-94A4-4DF0C31D74ED}" destId="{8BD1CFDC-6758-43CB-A038-57AD390E04B8}" srcOrd="1" destOrd="0" presId="urn:microsoft.com/office/officeart/2018/2/layout/IconVerticalSolidList"/>
    <dgm:cxn modelId="{643D422E-8836-4412-8C1E-F675C732EFBC}" type="presParOf" srcId="{18AAA583-A3CC-4167-94A4-4DF0C31D74ED}" destId="{F58F956B-1D28-4204-AA68-A396E8011653}" srcOrd="2" destOrd="0" presId="urn:microsoft.com/office/officeart/2018/2/layout/IconVerticalSolidList"/>
    <dgm:cxn modelId="{2D62D116-0C1B-41BE-BBF7-1381561920A7}" type="presParOf" srcId="{18AAA583-A3CC-4167-94A4-4DF0C31D74ED}" destId="{0CF70731-C02D-446D-9147-B16F71F8F539}" srcOrd="3" destOrd="0" presId="urn:microsoft.com/office/officeart/2018/2/layout/IconVerticalSolidList"/>
    <dgm:cxn modelId="{81682927-4AF1-45B6-BE57-E116E18C72C3}" type="presParOf" srcId="{9CA712AF-EADE-47E1-92FD-EF8D47F91D90}" destId="{FF1E9ACC-7EC9-4646-B890-44CB1062ACD0}" srcOrd="1" destOrd="0" presId="urn:microsoft.com/office/officeart/2018/2/layout/IconVerticalSolidList"/>
    <dgm:cxn modelId="{520458C8-855D-4882-ADAD-A602D36A3D6E}" type="presParOf" srcId="{9CA712AF-EADE-47E1-92FD-EF8D47F91D90}" destId="{D826FDA1-4F2B-4F4D-95BC-94442165FA0B}" srcOrd="2" destOrd="0" presId="urn:microsoft.com/office/officeart/2018/2/layout/IconVerticalSolidList"/>
    <dgm:cxn modelId="{DDF0B112-3001-4B4F-BF01-042C738DB3FC}" type="presParOf" srcId="{D826FDA1-4F2B-4F4D-95BC-94442165FA0B}" destId="{944096F3-DA8B-4C5E-A725-A40406604B86}" srcOrd="0" destOrd="0" presId="urn:microsoft.com/office/officeart/2018/2/layout/IconVerticalSolidList"/>
    <dgm:cxn modelId="{2DB501DD-B095-4733-9A6D-664B0EF30DC3}" type="presParOf" srcId="{D826FDA1-4F2B-4F4D-95BC-94442165FA0B}" destId="{737A9D6C-8AD6-4C36-93F4-E94344AC34C6}" srcOrd="1" destOrd="0" presId="urn:microsoft.com/office/officeart/2018/2/layout/IconVerticalSolidList"/>
    <dgm:cxn modelId="{7DB4DC47-5B9A-4FDD-B918-22BDEA3D4FF8}" type="presParOf" srcId="{D826FDA1-4F2B-4F4D-95BC-94442165FA0B}" destId="{F8D44916-1558-4477-AFE1-926E1A854D32}" srcOrd="2" destOrd="0" presId="urn:microsoft.com/office/officeart/2018/2/layout/IconVerticalSolidList"/>
    <dgm:cxn modelId="{49AE6A61-C039-41DA-B887-6EE80295E11F}" type="presParOf" srcId="{D826FDA1-4F2B-4F4D-95BC-94442165FA0B}" destId="{71BAD71C-B24C-4F61-AE66-BA47C3771A60}" srcOrd="3" destOrd="0" presId="urn:microsoft.com/office/officeart/2018/2/layout/IconVerticalSolidList"/>
    <dgm:cxn modelId="{3D8101D2-F8BC-42E2-887B-93AD3E9C8DF3}" type="presParOf" srcId="{9CA712AF-EADE-47E1-92FD-EF8D47F91D90}" destId="{B6ED449B-0ED5-4A42-8D6E-E78B49C900BF}" srcOrd="3" destOrd="0" presId="urn:microsoft.com/office/officeart/2018/2/layout/IconVerticalSolidList"/>
    <dgm:cxn modelId="{6E6D9D6F-7A0F-43C4-8D3E-23DF64C05B6C}" type="presParOf" srcId="{9CA712AF-EADE-47E1-92FD-EF8D47F91D90}" destId="{AB9539FA-8630-491C-833C-A9C725108DBF}" srcOrd="4" destOrd="0" presId="urn:microsoft.com/office/officeart/2018/2/layout/IconVerticalSolidList"/>
    <dgm:cxn modelId="{2A80B030-92F2-4929-9EDF-169ED4074CB5}" type="presParOf" srcId="{AB9539FA-8630-491C-833C-A9C725108DBF}" destId="{97BF438E-2471-4555-B6D4-373676A66362}" srcOrd="0" destOrd="0" presId="urn:microsoft.com/office/officeart/2018/2/layout/IconVerticalSolidList"/>
    <dgm:cxn modelId="{E7A453D8-C65C-44B8-8AF2-C379A1566327}" type="presParOf" srcId="{AB9539FA-8630-491C-833C-A9C725108DBF}" destId="{D0DB8AAA-1D96-4888-A7F9-EE787001506D}" srcOrd="1" destOrd="0" presId="urn:microsoft.com/office/officeart/2018/2/layout/IconVerticalSolidList"/>
    <dgm:cxn modelId="{C1931ED3-947F-46A9-9D46-B0AC79A64DBD}" type="presParOf" srcId="{AB9539FA-8630-491C-833C-A9C725108DBF}" destId="{F56955F2-2853-4A4D-9FA5-93B60DC8128A}" srcOrd="2" destOrd="0" presId="urn:microsoft.com/office/officeart/2018/2/layout/IconVerticalSolidList"/>
    <dgm:cxn modelId="{72F87732-0FE2-4CC7-BB88-9C67E02FC719}" type="presParOf" srcId="{AB9539FA-8630-491C-833C-A9C725108DBF}" destId="{E551C1AF-A26F-44BB-ACE2-2FAF18168776}" srcOrd="3" destOrd="0" presId="urn:microsoft.com/office/officeart/2018/2/layout/IconVerticalSolidList"/>
    <dgm:cxn modelId="{815F6107-DDA1-4AE2-82D4-F863E8AEACD0}" type="presParOf" srcId="{9CA712AF-EADE-47E1-92FD-EF8D47F91D90}" destId="{12155EA1-B72C-46F3-A77E-79458FFCCCD0}" srcOrd="5" destOrd="0" presId="urn:microsoft.com/office/officeart/2018/2/layout/IconVerticalSolidList"/>
    <dgm:cxn modelId="{89C7DAA0-9384-476C-A9AB-BE3B6818C93A}" type="presParOf" srcId="{9CA712AF-EADE-47E1-92FD-EF8D47F91D90}" destId="{30F204E5-D847-4E86-AEFD-E6201D391BC8}" srcOrd="6" destOrd="0" presId="urn:microsoft.com/office/officeart/2018/2/layout/IconVerticalSolidList"/>
    <dgm:cxn modelId="{22CBDEF7-60ED-4259-BF88-E31363CF28BA}" type="presParOf" srcId="{30F204E5-D847-4E86-AEFD-E6201D391BC8}" destId="{976A47F0-6AF7-4492-BDEF-A31C0B7AEE16}" srcOrd="0" destOrd="0" presId="urn:microsoft.com/office/officeart/2018/2/layout/IconVerticalSolidList"/>
    <dgm:cxn modelId="{718E8343-96B6-41CB-99BA-DE34C35EA875}" type="presParOf" srcId="{30F204E5-D847-4E86-AEFD-E6201D391BC8}" destId="{C5AA0E9C-7859-406B-B498-2E988EB4D690}" srcOrd="1" destOrd="0" presId="urn:microsoft.com/office/officeart/2018/2/layout/IconVerticalSolidList"/>
    <dgm:cxn modelId="{B152D710-51E9-433A-A4BD-C0FE047746D4}" type="presParOf" srcId="{30F204E5-D847-4E86-AEFD-E6201D391BC8}" destId="{63F95FF5-78E7-4A4F-A00D-587A592EDC7B}" srcOrd="2" destOrd="0" presId="urn:microsoft.com/office/officeart/2018/2/layout/IconVerticalSolidList"/>
    <dgm:cxn modelId="{B996A4F1-406E-4415-A04C-CF82199E524D}" type="presParOf" srcId="{30F204E5-D847-4E86-AEFD-E6201D391BC8}" destId="{836B8D2C-721C-4647-86BD-21B9923BE897}" srcOrd="3" destOrd="0" presId="urn:microsoft.com/office/officeart/2018/2/layout/IconVerticalSolidList"/>
    <dgm:cxn modelId="{918E3E45-0405-42A9-9CA8-5026385134E3}" type="presParOf" srcId="{9CA712AF-EADE-47E1-92FD-EF8D47F91D90}" destId="{7B37EDF8-E443-40BC-844C-207CDE996308}" srcOrd="7" destOrd="0" presId="urn:microsoft.com/office/officeart/2018/2/layout/IconVerticalSolidList"/>
    <dgm:cxn modelId="{58BE9267-F6AD-4169-80AE-C0FD75641486}" type="presParOf" srcId="{9CA712AF-EADE-47E1-92FD-EF8D47F91D90}" destId="{5035193D-5017-4733-8346-8611D1F6485F}" srcOrd="8" destOrd="0" presId="urn:microsoft.com/office/officeart/2018/2/layout/IconVerticalSolidList"/>
    <dgm:cxn modelId="{D88417B6-8AA1-48CB-ABD5-6DAE10868D7B}" type="presParOf" srcId="{5035193D-5017-4733-8346-8611D1F6485F}" destId="{9BF1DF6E-7768-4508-A940-AA825E235686}" srcOrd="0" destOrd="0" presId="urn:microsoft.com/office/officeart/2018/2/layout/IconVerticalSolidList"/>
    <dgm:cxn modelId="{C1129E6C-F17A-4255-AE3A-3D03E6E9EF1C}" type="presParOf" srcId="{5035193D-5017-4733-8346-8611D1F6485F}" destId="{CD922505-E5C7-4DDD-ACB5-588B14A3051F}" srcOrd="1" destOrd="0" presId="urn:microsoft.com/office/officeart/2018/2/layout/IconVerticalSolidList"/>
    <dgm:cxn modelId="{6041F4D1-C145-4B17-8CBA-82E38DE95A31}" type="presParOf" srcId="{5035193D-5017-4733-8346-8611D1F6485F}" destId="{4B1939E8-2258-4FA3-85AF-A7E4340F58AB}" srcOrd="2" destOrd="0" presId="urn:microsoft.com/office/officeart/2018/2/layout/IconVerticalSolidList"/>
    <dgm:cxn modelId="{FAFAFCF0-CD2A-4077-AF13-B49A886FCEC5}" type="presParOf" srcId="{5035193D-5017-4733-8346-8611D1F6485F}" destId="{E9810B66-A6D5-4A9F-8913-12A906CD06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B5B5EAF-EC12-4068-BA40-F287E7B366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560FD70-6210-4A40-B0D1-F75FB983F204}">
      <dgm:prSet/>
      <dgm:spPr/>
      <dgm:t>
        <a:bodyPr/>
        <a:lstStyle/>
        <a:p>
          <a:r>
            <a:rPr lang="en-US" b="0" i="0"/>
            <a:t>Fully managed continuous delivery service for automating release pipelines</a:t>
          </a:r>
          <a:endParaRPr lang="en-US"/>
        </a:p>
      </dgm:t>
    </dgm:pt>
    <dgm:pt modelId="{56F3E5FD-CF6F-4030-A111-975DD2AD3583}" type="parTrans" cxnId="{70472F14-8D43-4601-8C00-2C55D1F536E3}">
      <dgm:prSet/>
      <dgm:spPr/>
      <dgm:t>
        <a:bodyPr/>
        <a:lstStyle/>
        <a:p>
          <a:endParaRPr lang="en-US"/>
        </a:p>
      </dgm:t>
    </dgm:pt>
    <dgm:pt modelId="{7C39DA2D-D25C-4055-8387-DA5923328D2C}" type="sibTrans" cxnId="{70472F14-8D43-4601-8C00-2C55D1F536E3}">
      <dgm:prSet/>
      <dgm:spPr/>
      <dgm:t>
        <a:bodyPr/>
        <a:lstStyle/>
        <a:p>
          <a:endParaRPr lang="en-US"/>
        </a:p>
      </dgm:t>
    </dgm:pt>
    <dgm:pt modelId="{F5B87E4E-5000-4215-A543-0A636353DA8E}">
      <dgm:prSet/>
      <dgm:spPr/>
      <dgm:t>
        <a:bodyPr/>
        <a:lstStyle/>
        <a:p>
          <a:r>
            <a:rPr lang="en-US" b="0" i="0"/>
            <a:t>Orchestrates stages: Source → Build → Test → Deploy</a:t>
          </a:r>
          <a:endParaRPr lang="en-US"/>
        </a:p>
      </dgm:t>
    </dgm:pt>
    <dgm:pt modelId="{7C9601D2-0387-4E29-B994-3B82EDD53D14}" type="parTrans" cxnId="{F796B2B0-BE0B-4A2E-AB2C-8B02DB77903B}">
      <dgm:prSet/>
      <dgm:spPr/>
      <dgm:t>
        <a:bodyPr/>
        <a:lstStyle/>
        <a:p>
          <a:endParaRPr lang="en-US"/>
        </a:p>
      </dgm:t>
    </dgm:pt>
    <dgm:pt modelId="{906CADBF-32A2-42C8-BABB-FB6B158BB29A}" type="sibTrans" cxnId="{F796B2B0-BE0B-4A2E-AB2C-8B02DB77903B}">
      <dgm:prSet/>
      <dgm:spPr/>
      <dgm:t>
        <a:bodyPr/>
        <a:lstStyle/>
        <a:p>
          <a:endParaRPr lang="en-US"/>
        </a:p>
      </dgm:t>
    </dgm:pt>
    <dgm:pt modelId="{C770F8B7-478D-4F9F-9975-FF647FA779FD}">
      <dgm:prSet/>
      <dgm:spPr/>
      <dgm:t>
        <a:bodyPr/>
        <a:lstStyle/>
        <a:p>
          <a:r>
            <a:rPr lang="en-US" b="0" i="0"/>
            <a:t>Supports manual approvals and parallel actions</a:t>
          </a:r>
          <a:endParaRPr lang="en-US"/>
        </a:p>
      </dgm:t>
    </dgm:pt>
    <dgm:pt modelId="{D7FA03A8-FFA3-4D2C-944D-A6A61E44642E}" type="parTrans" cxnId="{4571FF59-70C2-42CE-ABB0-A211831BB7A9}">
      <dgm:prSet/>
      <dgm:spPr/>
      <dgm:t>
        <a:bodyPr/>
        <a:lstStyle/>
        <a:p>
          <a:endParaRPr lang="en-US"/>
        </a:p>
      </dgm:t>
    </dgm:pt>
    <dgm:pt modelId="{BD71DA12-5E13-44AF-B217-E5E30EE1D5EB}" type="sibTrans" cxnId="{4571FF59-70C2-42CE-ABB0-A211831BB7A9}">
      <dgm:prSet/>
      <dgm:spPr/>
      <dgm:t>
        <a:bodyPr/>
        <a:lstStyle/>
        <a:p>
          <a:endParaRPr lang="en-US"/>
        </a:p>
      </dgm:t>
    </dgm:pt>
    <dgm:pt modelId="{D6A108BF-6F95-4CD3-9FF7-EF021CAA0A91}">
      <dgm:prSet/>
      <dgm:spPr/>
      <dgm:t>
        <a:bodyPr/>
        <a:lstStyle/>
        <a:p>
          <a:r>
            <a:rPr lang="en-US" b="0" i="0"/>
            <a:t>Integrates with CodeCommit, GitHub, S3, CodeBuild, CodeDeploy, ECS, CloudFormation, and more</a:t>
          </a:r>
          <a:endParaRPr lang="en-US"/>
        </a:p>
      </dgm:t>
    </dgm:pt>
    <dgm:pt modelId="{8FEA4077-35A4-4C6B-9410-D5CF6D7E239B}" type="parTrans" cxnId="{CECA0C9F-223B-451C-A1C5-B19474364F4B}">
      <dgm:prSet/>
      <dgm:spPr/>
      <dgm:t>
        <a:bodyPr/>
        <a:lstStyle/>
        <a:p>
          <a:endParaRPr lang="en-US"/>
        </a:p>
      </dgm:t>
    </dgm:pt>
    <dgm:pt modelId="{236317EB-3309-4CED-A5F4-3E12E16376A8}" type="sibTrans" cxnId="{CECA0C9F-223B-451C-A1C5-B19474364F4B}">
      <dgm:prSet/>
      <dgm:spPr/>
      <dgm:t>
        <a:bodyPr/>
        <a:lstStyle/>
        <a:p>
          <a:endParaRPr lang="en-US"/>
        </a:p>
      </dgm:t>
    </dgm:pt>
    <dgm:pt modelId="{43A0BD1D-AA8C-4CB4-86A3-A96E8A5919EB}" type="pres">
      <dgm:prSet presAssocID="{6B5B5EAF-EC12-4068-BA40-F287E7B36629}" presName="root" presStyleCnt="0">
        <dgm:presLayoutVars>
          <dgm:dir/>
          <dgm:resizeHandles val="exact"/>
        </dgm:presLayoutVars>
      </dgm:prSet>
      <dgm:spPr/>
    </dgm:pt>
    <dgm:pt modelId="{59B472E8-C92A-4E1F-8FB5-1730EC99DBCA}" type="pres">
      <dgm:prSet presAssocID="{7560FD70-6210-4A40-B0D1-F75FB983F204}" presName="compNode" presStyleCnt="0"/>
      <dgm:spPr/>
    </dgm:pt>
    <dgm:pt modelId="{42FDAF81-CD30-4AEA-942C-68D8633410E9}" type="pres">
      <dgm:prSet presAssocID="{7560FD70-6210-4A40-B0D1-F75FB983F204}" presName="bgRect" presStyleLbl="bgShp" presStyleIdx="0" presStyleCnt="4"/>
      <dgm:spPr/>
    </dgm:pt>
    <dgm:pt modelId="{48AA1BB7-7A67-41B2-A898-7B0D3A80BAA5}" type="pres">
      <dgm:prSet presAssocID="{7560FD70-6210-4A40-B0D1-F75FB983F20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38C4E45-39EF-4460-8547-214CC63C2963}" type="pres">
      <dgm:prSet presAssocID="{7560FD70-6210-4A40-B0D1-F75FB983F204}" presName="spaceRect" presStyleCnt="0"/>
      <dgm:spPr/>
    </dgm:pt>
    <dgm:pt modelId="{CBC873C9-5736-45B4-9733-456D06A417D3}" type="pres">
      <dgm:prSet presAssocID="{7560FD70-6210-4A40-B0D1-F75FB983F204}" presName="parTx" presStyleLbl="revTx" presStyleIdx="0" presStyleCnt="4">
        <dgm:presLayoutVars>
          <dgm:chMax val="0"/>
          <dgm:chPref val="0"/>
        </dgm:presLayoutVars>
      </dgm:prSet>
      <dgm:spPr/>
    </dgm:pt>
    <dgm:pt modelId="{48BE3E38-7C10-4270-A8AF-906BAC677C80}" type="pres">
      <dgm:prSet presAssocID="{7C39DA2D-D25C-4055-8387-DA5923328D2C}" presName="sibTrans" presStyleCnt="0"/>
      <dgm:spPr/>
    </dgm:pt>
    <dgm:pt modelId="{1167D96A-B7DC-445F-8182-4CFBF3D67251}" type="pres">
      <dgm:prSet presAssocID="{F5B87E4E-5000-4215-A543-0A636353DA8E}" presName="compNode" presStyleCnt="0"/>
      <dgm:spPr/>
    </dgm:pt>
    <dgm:pt modelId="{990A38F4-5E80-49BE-B497-370BE07044AC}" type="pres">
      <dgm:prSet presAssocID="{F5B87E4E-5000-4215-A543-0A636353DA8E}" presName="bgRect" presStyleLbl="bgShp" presStyleIdx="1" presStyleCnt="4"/>
      <dgm:spPr/>
    </dgm:pt>
    <dgm:pt modelId="{5D45287D-9E61-4953-B7C5-F2D459BD12E0}" type="pres">
      <dgm:prSet presAssocID="{F5B87E4E-5000-4215-A543-0A636353DA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8486F81-1CD1-4331-9C69-9E0D36490B8D}" type="pres">
      <dgm:prSet presAssocID="{F5B87E4E-5000-4215-A543-0A636353DA8E}" presName="spaceRect" presStyleCnt="0"/>
      <dgm:spPr/>
    </dgm:pt>
    <dgm:pt modelId="{C20C53FA-7C3D-4F68-934B-409E0700051F}" type="pres">
      <dgm:prSet presAssocID="{F5B87E4E-5000-4215-A543-0A636353DA8E}" presName="parTx" presStyleLbl="revTx" presStyleIdx="1" presStyleCnt="4">
        <dgm:presLayoutVars>
          <dgm:chMax val="0"/>
          <dgm:chPref val="0"/>
        </dgm:presLayoutVars>
      </dgm:prSet>
      <dgm:spPr/>
    </dgm:pt>
    <dgm:pt modelId="{0E2118E9-9C32-4E22-9EB1-191685BDBBBE}" type="pres">
      <dgm:prSet presAssocID="{906CADBF-32A2-42C8-BABB-FB6B158BB29A}" presName="sibTrans" presStyleCnt="0"/>
      <dgm:spPr/>
    </dgm:pt>
    <dgm:pt modelId="{9AFCE9C8-ED2C-460F-97C1-04D840A055D6}" type="pres">
      <dgm:prSet presAssocID="{C770F8B7-478D-4F9F-9975-FF647FA779FD}" presName="compNode" presStyleCnt="0"/>
      <dgm:spPr/>
    </dgm:pt>
    <dgm:pt modelId="{D7A6A8A1-0167-4135-80F2-41CDAE49DDA0}" type="pres">
      <dgm:prSet presAssocID="{C770F8B7-478D-4F9F-9975-FF647FA779FD}" presName="bgRect" presStyleLbl="bgShp" presStyleIdx="2" presStyleCnt="4"/>
      <dgm:spPr/>
    </dgm:pt>
    <dgm:pt modelId="{DA9380FF-799D-4492-A422-6EA84D526BA7}" type="pres">
      <dgm:prSet presAssocID="{C770F8B7-478D-4F9F-9975-FF647FA779F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AC5DD1C-EB21-4DCD-B3CA-1D71C4511265}" type="pres">
      <dgm:prSet presAssocID="{C770F8B7-478D-4F9F-9975-FF647FA779FD}" presName="spaceRect" presStyleCnt="0"/>
      <dgm:spPr/>
    </dgm:pt>
    <dgm:pt modelId="{299479AB-4F60-420E-848A-B02C9032FFC2}" type="pres">
      <dgm:prSet presAssocID="{C770F8B7-478D-4F9F-9975-FF647FA779FD}" presName="parTx" presStyleLbl="revTx" presStyleIdx="2" presStyleCnt="4">
        <dgm:presLayoutVars>
          <dgm:chMax val="0"/>
          <dgm:chPref val="0"/>
        </dgm:presLayoutVars>
      </dgm:prSet>
      <dgm:spPr/>
    </dgm:pt>
    <dgm:pt modelId="{9C42BF25-2F87-4495-A382-827F0F28FDF2}" type="pres">
      <dgm:prSet presAssocID="{BD71DA12-5E13-44AF-B217-E5E30EE1D5EB}" presName="sibTrans" presStyleCnt="0"/>
      <dgm:spPr/>
    </dgm:pt>
    <dgm:pt modelId="{7EF4C3CE-9AEF-448E-A71C-A00033EE87EA}" type="pres">
      <dgm:prSet presAssocID="{D6A108BF-6F95-4CD3-9FF7-EF021CAA0A91}" presName="compNode" presStyleCnt="0"/>
      <dgm:spPr/>
    </dgm:pt>
    <dgm:pt modelId="{E209333E-B2F1-4739-93DE-D23049B21F84}" type="pres">
      <dgm:prSet presAssocID="{D6A108BF-6F95-4CD3-9FF7-EF021CAA0A91}" presName="bgRect" presStyleLbl="bgShp" presStyleIdx="3" presStyleCnt="4"/>
      <dgm:spPr/>
    </dgm:pt>
    <dgm:pt modelId="{E4452121-4A5B-448F-AF11-0FB67D79D967}" type="pres">
      <dgm:prSet presAssocID="{D6A108BF-6F95-4CD3-9FF7-EF021CAA0A9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62588E09-E4AA-4D04-99D9-DED3F0FD315D}" type="pres">
      <dgm:prSet presAssocID="{D6A108BF-6F95-4CD3-9FF7-EF021CAA0A91}" presName="spaceRect" presStyleCnt="0"/>
      <dgm:spPr/>
    </dgm:pt>
    <dgm:pt modelId="{FCAA923A-3A2D-4AD5-96F6-097A1607CC6D}" type="pres">
      <dgm:prSet presAssocID="{D6A108BF-6F95-4CD3-9FF7-EF021CAA0A9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0472F14-8D43-4601-8C00-2C55D1F536E3}" srcId="{6B5B5EAF-EC12-4068-BA40-F287E7B36629}" destId="{7560FD70-6210-4A40-B0D1-F75FB983F204}" srcOrd="0" destOrd="0" parTransId="{56F3E5FD-CF6F-4030-A111-975DD2AD3583}" sibTransId="{7C39DA2D-D25C-4055-8387-DA5923328D2C}"/>
    <dgm:cxn modelId="{61A9712A-7308-451A-9243-DE910A658B36}" type="presOf" srcId="{D6A108BF-6F95-4CD3-9FF7-EF021CAA0A91}" destId="{FCAA923A-3A2D-4AD5-96F6-097A1607CC6D}" srcOrd="0" destOrd="0" presId="urn:microsoft.com/office/officeart/2018/2/layout/IconVerticalSolidList"/>
    <dgm:cxn modelId="{979F5435-2153-4ED1-8F95-81F616C5DFB7}" type="presOf" srcId="{6B5B5EAF-EC12-4068-BA40-F287E7B36629}" destId="{43A0BD1D-AA8C-4CB4-86A3-A96E8A5919EB}" srcOrd="0" destOrd="0" presId="urn:microsoft.com/office/officeart/2018/2/layout/IconVerticalSolidList"/>
    <dgm:cxn modelId="{11D3A34A-52A1-46AE-82D3-041DB2CA9521}" type="presOf" srcId="{C770F8B7-478D-4F9F-9975-FF647FA779FD}" destId="{299479AB-4F60-420E-848A-B02C9032FFC2}" srcOrd="0" destOrd="0" presId="urn:microsoft.com/office/officeart/2018/2/layout/IconVerticalSolidList"/>
    <dgm:cxn modelId="{4571FF59-70C2-42CE-ABB0-A211831BB7A9}" srcId="{6B5B5EAF-EC12-4068-BA40-F287E7B36629}" destId="{C770F8B7-478D-4F9F-9975-FF647FA779FD}" srcOrd="2" destOrd="0" parTransId="{D7FA03A8-FFA3-4D2C-944D-A6A61E44642E}" sibTransId="{BD71DA12-5E13-44AF-B217-E5E30EE1D5EB}"/>
    <dgm:cxn modelId="{E28AE080-0C6E-4F9E-B9BB-A04A175E53B3}" type="presOf" srcId="{7560FD70-6210-4A40-B0D1-F75FB983F204}" destId="{CBC873C9-5736-45B4-9733-456D06A417D3}" srcOrd="0" destOrd="0" presId="urn:microsoft.com/office/officeart/2018/2/layout/IconVerticalSolidList"/>
    <dgm:cxn modelId="{CECA0C9F-223B-451C-A1C5-B19474364F4B}" srcId="{6B5B5EAF-EC12-4068-BA40-F287E7B36629}" destId="{D6A108BF-6F95-4CD3-9FF7-EF021CAA0A91}" srcOrd="3" destOrd="0" parTransId="{8FEA4077-35A4-4C6B-9410-D5CF6D7E239B}" sibTransId="{236317EB-3309-4CED-A5F4-3E12E16376A8}"/>
    <dgm:cxn modelId="{F796B2B0-BE0B-4A2E-AB2C-8B02DB77903B}" srcId="{6B5B5EAF-EC12-4068-BA40-F287E7B36629}" destId="{F5B87E4E-5000-4215-A543-0A636353DA8E}" srcOrd="1" destOrd="0" parTransId="{7C9601D2-0387-4E29-B994-3B82EDD53D14}" sibTransId="{906CADBF-32A2-42C8-BABB-FB6B158BB29A}"/>
    <dgm:cxn modelId="{081770B2-4FC3-4199-8E4C-68D6485474BB}" type="presOf" srcId="{F5B87E4E-5000-4215-A543-0A636353DA8E}" destId="{C20C53FA-7C3D-4F68-934B-409E0700051F}" srcOrd="0" destOrd="0" presId="urn:microsoft.com/office/officeart/2018/2/layout/IconVerticalSolidList"/>
    <dgm:cxn modelId="{D4CD6EA8-3ED7-4C6D-8B12-C7995B04FE3D}" type="presParOf" srcId="{43A0BD1D-AA8C-4CB4-86A3-A96E8A5919EB}" destId="{59B472E8-C92A-4E1F-8FB5-1730EC99DBCA}" srcOrd="0" destOrd="0" presId="urn:microsoft.com/office/officeart/2018/2/layout/IconVerticalSolidList"/>
    <dgm:cxn modelId="{4C0C6367-AB80-46FE-9DD4-14F58FF49290}" type="presParOf" srcId="{59B472E8-C92A-4E1F-8FB5-1730EC99DBCA}" destId="{42FDAF81-CD30-4AEA-942C-68D8633410E9}" srcOrd="0" destOrd="0" presId="urn:microsoft.com/office/officeart/2018/2/layout/IconVerticalSolidList"/>
    <dgm:cxn modelId="{DDA367F9-21F0-4E8F-A8D4-FD77D1AD0716}" type="presParOf" srcId="{59B472E8-C92A-4E1F-8FB5-1730EC99DBCA}" destId="{48AA1BB7-7A67-41B2-A898-7B0D3A80BAA5}" srcOrd="1" destOrd="0" presId="urn:microsoft.com/office/officeart/2018/2/layout/IconVerticalSolidList"/>
    <dgm:cxn modelId="{AC9E1A5A-58B9-4639-9692-C2C2A0DF1A89}" type="presParOf" srcId="{59B472E8-C92A-4E1F-8FB5-1730EC99DBCA}" destId="{138C4E45-39EF-4460-8547-214CC63C2963}" srcOrd="2" destOrd="0" presId="urn:microsoft.com/office/officeart/2018/2/layout/IconVerticalSolidList"/>
    <dgm:cxn modelId="{62471028-2B7B-42E5-8627-7C0CBE563EC3}" type="presParOf" srcId="{59B472E8-C92A-4E1F-8FB5-1730EC99DBCA}" destId="{CBC873C9-5736-45B4-9733-456D06A417D3}" srcOrd="3" destOrd="0" presId="urn:microsoft.com/office/officeart/2018/2/layout/IconVerticalSolidList"/>
    <dgm:cxn modelId="{E5B9BB19-BD12-485B-AD93-4271914993BC}" type="presParOf" srcId="{43A0BD1D-AA8C-4CB4-86A3-A96E8A5919EB}" destId="{48BE3E38-7C10-4270-A8AF-906BAC677C80}" srcOrd="1" destOrd="0" presId="urn:microsoft.com/office/officeart/2018/2/layout/IconVerticalSolidList"/>
    <dgm:cxn modelId="{AED356DD-04AD-42AC-84A4-0A35BA66843E}" type="presParOf" srcId="{43A0BD1D-AA8C-4CB4-86A3-A96E8A5919EB}" destId="{1167D96A-B7DC-445F-8182-4CFBF3D67251}" srcOrd="2" destOrd="0" presId="urn:microsoft.com/office/officeart/2018/2/layout/IconVerticalSolidList"/>
    <dgm:cxn modelId="{48D2015F-E26A-4044-B42C-75C91D8EBF3F}" type="presParOf" srcId="{1167D96A-B7DC-445F-8182-4CFBF3D67251}" destId="{990A38F4-5E80-49BE-B497-370BE07044AC}" srcOrd="0" destOrd="0" presId="urn:microsoft.com/office/officeart/2018/2/layout/IconVerticalSolidList"/>
    <dgm:cxn modelId="{D49CBA22-68CA-43F9-B49F-66CD34E96FA4}" type="presParOf" srcId="{1167D96A-B7DC-445F-8182-4CFBF3D67251}" destId="{5D45287D-9E61-4953-B7C5-F2D459BD12E0}" srcOrd="1" destOrd="0" presId="urn:microsoft.com/office/officeart/2018/2/layout/IconVerticalSolidList"/>
    <dgm:cxn modelId="{8C95CB62-1DF6-4A32-AF7E-2303AA407D57}" type="presParOf" srcId="{1167D96A-B7DC-445F-8182-4CFBF3D67251}" destId="{98486F81-1CD1-4331-9C69-9E0D36490B8D}" srcOrd="2" destOrd="0" presId="urn:microsoft.com/office/officeart/2018/2/layout/IconVerticalSolidList"/>
    <dgm:cxn modelId="{2ADC5813-FA1B-4C96-839B-A9515D71E746}" type="presParOf" srcId="{1167D96A-B7DC-445F-8182-4CFBF3D67251}" destId="{C20C53FA-7C3D-4F68-934B-409E0700051F}" srcOrd="3" destOrd="0" presId="urn:microsoft.com/office/officeart/2018/2/layout/IconVerticalSolidList"/>
    <dgm:cxn modelId="{25647635-F657-4613-82AE-EEC5C7473EE2}" type="presParOf" srcId="{43A0BD1D-AA8C-4CB4-86A3-A96E8A5919EB}" destId="{0E2118E9-9C32-4E22-9EB1-191685BDBBBE}" srcOrd="3" destOrd="0" presId="urn:microsoft.com/office/officeart/2018/2/layout/IconVerticalSolidList"/>
    <dgm:cxn modelId="{19A576C0-AD14-4215-9449-F4BC0E837C73}" type="presParOf" srcId="{43A0BD1D-AA8C-4CB4-86A3-A96E8A5919EB}" destId="{9AFCE9C8-ED2C-460F-97C1-04D840A055D6}" srcOrd="4" destOrd="0" presId="urn:microsoft.com/office/officeart/2018/2/layout/IconVerticalSolidList"/>
    <dgm:cxn modelId="{F1103617-7E2F-46E0-A60E-B89C9508DAE4}" type="presParOf" srcId="{9AFCE9C8-ED2C-460F-97C1-04D840A055D6}" destId="{D7A6A8A1-0167-4135-80F2-41CDAE49DDA0}" srcOrd="0" destOrd="0" presId="urn:microsoft.com/office/officeart/2018/2/layout/IconVerticalSolidList"/>
    <dgm:cxn modelId="{FC87FC9A-3664-4239-A16D-E0F1239C6AEF}" type="presParOf" srcId="{9AFCE9C8-ED2C-460F-97C1-04D840A055D6}" destId="{DA9380FF-799D-4492-A422-6EA84D526BA7}" srcOrd="1" destOrd="0" presId="urn:microsoft.com/office/officeart/2018/2/layout/IconVerticalSolidList"/>
    <dgm:cxn modelId="{8CF7103C-EE74-4F8D-BB33-B12A9A0CEDA2}" type="presParOf" srcId="{9AFCE9C8-ED2C-460F-97C1-04D840A055D6}" destId="{9AC5DD1C-EB21-4DCD-B3CA-1D71C4511265}" srcOrd="2" destOrd="0" presId="urn:microsoft.com/office/officeart/2018/2/layout/IconVerticalSolidList"/>
    <dgm:cxn modelId="{D24BE967-C36E-4506-8BA7-CBA81EE1DC69}" type="presParOf" srcId="{9AFCE9C8-ED2C-460F-97C1-04D840A055D6}" destId="{299479AB-4F60-420E-848A-B02C9032FFC2}" srcOrd="3" destOrd="0" presId="urn:microsoft.com/office/officeart/2018/2/layout/IconVerticalSolidList"/>
    <dgm:cxn modelId="{037AF7C4-E2CA-4B89-8DF1-718AEFD29618}" type="presParOf" srcId="{43A0BD1D-AA8C-4CB4-86A3-A96E8A5919EB}" destId="{9C42BF25-2F87-4495-A382-827F0F28FDF2}" srcOrd="5" destOrd="0" presId="urn:microsoft.com/office/officeart/2018/2/layout/IconVerticalSolidList"/>
    <dgm:cxn modelId="{26470D5F-463E-4068-9A3C-512FBCF048DB}" type="presParOf" srcId="{43A0BD1D-AA8C-4CB4-86A3-A96E8A5919EB}" destId="{7EF4C3CE-9AEF-448E-A71C-A00033EE87EA}" srcOrd="6" destOrd="0" presId="urn:microsoft.com/office/officeart/2018/2/layout/IconVerticalSolidList"/>
    <dgm:cxn modelId="{ABBB78C0-4B01-4EAD-86CB-32744440FD9F}" type="presParOf" srcId="{7EF4C3CE-9AEF-448E-A71C-A00033EE87EA}" destId="{E209333E-B2F1-4739-93DE-D23049B21F84}" srcOrd="0" destOrd="0" presId="urn:microsoft.com/office/officeart/2018/2/layout/IconVerticalSolidList"/>
    <dgm:cxn modelId="{B026C805-DAC9-4D79-9D03-02DB541A6E95}" type="presParOf" srcId="{7EF4C3CE-9AEF-448E-A71C-A00033EE87EA}" destId="{E4452121-4A5B-448F-AF11-0FB67D79D967}" srcOrd="1" destOrd="0" presId="urn:microsoft.com/office/officeart/2018/2/layout/IconVerticalSolidList"/>
    <dgm:cxn modelId="{5831268D-89F6-4691-B836-4AC8CA46560D}" type="presParOf" srcId="{7EF4C3CE-9AEF-448E-A71C-A00033EE87EA}" destId="{62588E09-E4AA-4D04-99D9-DED3F0FD315D}" srcOrd="2" destOrd="0" presId="urn:microsoft.com/office/officeart/2018/2/layout/IconVerticalSolidList"/>
    <dgm:cxn modelId="{91DEA655-26AD-4E63-A377-CDF74FB8B000}" type="presParOf" srcId="{7EF4C3CE-9AEF-448E-A71C-A00033EE87EA}" destId="{FCAA923A-3A2D-4AD5-96F6-097A1607CC6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811D1BE-CCE0-482A-9ADB-7F7377612A2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56A29E-D4E9-467D-A4CB-CED6197AC2B6}">
      <dgm:prSet/>
      <dgm:spPr/>
      <dgm:t>
        <a:bodyPr/>
        <a:lstStyle/>
        <a:p>
          <a:r>
            <a:rPr lang="en-US" b="0" i="0"/>
            <a:t>Secure, fully managed Git repository service hosted on AWS</a:t>
          </a:r>
          <a:endParaRPr lang="en-US"/>
        </a:p>
      </dgm:t>
    </dgm:pt>
    <dgm:pt modelId="{57719CE7-4606-46B8-B10F-5FC7DC7E7F8F}" type="parTrans" cxnId="{0BFAAAC8-0716-4ABA-AD78-D59536B1E825}">
      <dgm:prSet/>
      <dgm:spPr/>
      <dgm:t>
        <a:bodyPr/>
        <a:lstStyle/>
        <a:p>
          <a:endParaRPr lang="en-US"/>
        </a:p>
      </dgm:t>
    </dgm:pt>
    <dgm:pt modelId="{745701D9-0600-45D4-A7A8-D38B3F0E3017}" type="sibTrans" cxnId="{0BFAAAC8-0716-4ABA-AD78-D59536B1E825}">
      <dgm:prSet/>
      <dgm:spPr/>
      <dgm:t>
        <a:bodyPr/>
        <a:lstStyle/>
        <a:p>
          <a:endParaRPr lang="en-US"/>
        </a:p>
      </dgm:t>
    </dgm:pt>
    <dgm:pt modelId="{5BF4B36B-035D-4F21-85C8-1ED8D5E656F6}">
      <dgm:prSet/>
      <dgm:spPr/>
      <dgm:t>
        <a:bodyPr/>
        <a:lstStyle/>
        <a:p>
          <a:r>
            <a:rPr lang="en-US" b="0" i="0"/>
            <a:t>Stores application source code and Dockerfile</a:t>
          </a:r>
          <a:endParaRPr lang="en-US"/>
        </a:p>
      </dgm:t>
    </dgm:pt>
    <dgm:pt modelId="{227F16CC-712A-43D7-A4ED-0E4B70934C4E}" type="parTrans" cxnId="{EB9CFCF5-2102-45C7-BC02-F4B3AB2F534C}">
      <dgm:prSet/>
      <dgm:spPr/>
      <dgm:t>
        <a:bodyPr/>
        <a:lstStyle/>
        <a:p>
          <a:endParaRPr lang="en-US"/>
        </a:p>
      </dgm:t>
    </dgm:pt>
    <dgm:pt modelId="{FDD79EEC-0C7C-4988-9D91-54BC7EADFB5E}" type="sibTrans" cxnId="{EB9CFCF5-2102-45C7-BC02-F4B3AB2F534C}">
      <dgm:prSet/>
      <dgm:spPr/>
      <dgm:t>
        <a:bodyPr/>
        <a:lstStyle/>
        <a:p>
          <a:endParaRPr lang="en-US"/>
        </a:p>
      </dgm:t>
    </dgm:pt>
    <dgm:pt modelId="{A2A4B663-043C-4785-8A39-24AA8EFC3041}">
      <dgm:prSet/>
      <dgm:spPr/>
      <dgm:t>
        <a:bodyPr/>
        <a:lstStyle/>
        <a:p>
          <a:r>
            <a:rPr lang="en-US" b="0" i="0"/>
            <a:t>Can be replaced with GitHub / GitLab / Bitbucket as pipeline source</a:t>
          </a:r>
          <a:endParaRPr lang="en-US"/>
        </a:p>
      </dgm:t>
    </dgm:pt>
    <dgm:pt modelId="{F9CDA6BF-CE69-4212-A597-031844AD8087}" type="parTrans" cxnId="{A4D54D58-B33B-48FF-9B73-9E488A145383}">
      <dgm:prSet/>
      <dgm:spPr/>
      <dgm:t>
        <a:bodyPr/>
        <a:lstStyle/>
        <a:p>
          <a:endParaRPr lang="en-US"/>
        </a:p>
      </dgm:t>
    </dgm:pt>
    <dgm:pt modelId="{CB2E1284-05E1-4A6E-BD5D-FEA716579615}" type="sibTrans" cxnId="{A4D54D58-B33B-48FF-9B73-9E488A145383}">
      <dgm:prSet/>
      <dgm:spPr/>
      <dgm:t>
        <a:bodyPr/>
        <a:lstStyle/>
        <a:p>
          <a:endParaRPr lang="en-US"/>
        </a:p>
      </dgm:t>
    </dgm:pt>
    <dgm:pt modelId="{D32BABA8-0FBE-434D-BF47-BB07BEC924EB}">
      <dgm:prSet/>
      <dgm:spPr/>
      <dgm:t>
        <a:bodyPr/>
        <a:lstStyle/>
        <a:p>
          <a:r>
            <a:rPr lang="en-US" b="0" i="0"/>
            <a:t>Integrated with CodePipeline as a Source provider</a:t>
          </a:r>
          <a:endParaRPr lang="en-US"/>
        </a:p>
      </dgm:t>
    </dgm:pt>
    <dgm:pt modelId="{C5E5782D-228E-4A84-9027-39E38E2B03E8}" type="parTrans" cxnId="{B93B5B30-AF29-471C-BCDC-C49EBFED11D2}">
      <dgm:prSet/>
      <dgm:spPr/>
      <dgm:t>
        <a:bodyPr/>
        <a:lstStyle/>
        <a:p>
          <a:endParaRPr lang="en-US"/>
        </a:p>
      </dgm:t>
    </dgm:pt>
    <dgm:pt modelId="{B5267E38-C09F-4B01-8DCF-9ED74DB71C3F}" type="sibTrans" cxnId="{B93B5B30-AF29-471C-BCDC-C49EBFED11D2}">
      <dgm:prSet/>
      <dgm:spPr/>
      <dgm:t>
        <a:bodyPr/>
        <a:lstStyle/>
        <a:p>
          <a:endParaRPr lang="en-US"/>
        </a:p>
      </dgm:t>
    </dgm:pt>
    <dgm:pt modelId="{10A28E65-2E13-4124-9F07-6E4D2C0CECC0}" type="pres">
      <dgm:prSet presAssocID="{0811D1BE-CCE0-482A-9ADB-7F7377612A20}" presName="root" presStyleCnt="0">
        <dgm:presLayoutVars>
          <dgm:dir/>
          <dgm:resizeHandles val="exact"/>
        </dgm:presLayoutVars>
      </dgm:prSet>
      <dgm:spPr/>
    </dgm:pt>
    <dgm:pt modelId="{91E34246-D2F9-41BA-AF16-DACCAD0CA3BD}" type="pres">
      <dgm:prSet presAssocID="{4156A29E-D4E9-467D-A4CB-CED6197AC2B6}" presName="compNode" presStyleCnt="0"/>
      <dgm:spPr/>
    </dgm:pt>
    <dgm:pt modelId="{1D3F1210-694B-448A-B61C-A9865B992814}" type="pres">
      <dgm:prSet presAssocID="{4156A29E-D4E9-467D-A4CB-CED6197AC2B6}" presName="bgRect" presStyleLbl="bgShp" presStyleIdx="0" presStyleCnt="4"/>
      <dgm:spPr/>
    </dgm:pt>
    <dgm:pt modelId="{55158591-7C54-4034-B086-C437C27E5D7D}" type="pres">
      <dgm:prSet presAssocID="{4156A29E-D4E9-467D-A4CB-CED6197AC2B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194FE21-4625-4017-AAA0-6231F1FAC15C}" type="pres">
      <dgm:prSet presAssocID="{4156A29E-D4E9-467D-A4CB-CED6197AC2B6}" presName="spaceRect" presStyleCnt="0"/>
      <dgm:spPr/>
    </dgm:pt>
    <dgm:pt modelId="{8A9DD115-CC5A-438C-B00B-E2D3DD27F47D}" type="pres">
      <dgm:prSet presAssocID="{4156A29E-D4E9-467D-A4CB-CED6197AC2B6}" presName="parTx" presStyleLbl="revTx" presStyleIdx="0" presStyleCnt="4">
        <dgm:presLayoutVars>
          <dgm:chMax val="0"/>
          <dgm:chPref val="0"/>
        </dgm:presLayoutVars>
      </dgm:prSet>
      <dgm:spPr/>
    </dgm:pt>
    <dgm:pt modelId="{25691508-87AA-4287-AF5F-D79A640C6883}" type="pres">
      <dgm:prSet presAssocID="{745701D9-0600-45D4-A7A8-D38B3F0E3017}" presName="sibTrans" presStyleCnt="0"/>
      <dgm:spPr/>
    </dgm:pt>
    <dgm:pt modelId="{3F575546-EFB2-488B-8F6B-59ED2B01F3DA}" type="pres">
      <dgm:prSet presAssocID="{5BF4B36B-035D-4F21-85C8-1ED8D5E656F6}" presName="compNode" presStyleCnt="0"/>
      <dgm:spPr/>
    </dgm:pt>
    <dgm:pt modelId="{23CBF143-6DA0-484D-BC46-A0B0A151C78E}" type="pres">
      <dgm:prSet presAssocID="{5BF4B36B-035D-4F21-85C8-1ED8D5E656F6}" presName="bgRect" presStyleLbl="bgShp" presStyleIdx="1" presStyleCnt="4"/>
      <dgm:spPr/>
    </dgm:pt>
    <dgm:pt modelId="{8006E287-AE83-4AC0-B403-926FC6FE0B97}" type="pres">
      <dgm:prSet presAssocID="{5BF4B36B-035D-4F21-85C8-1ED8D5E656F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6491DE33-D2A6-44CF-A115-FFF765FA4652}" type="pres">
      <dgm:prSet presAssocID="{5BF4B36B-035D-4F21-85C8-1ED8D5E656F6}" presName="spaceRect" presStyleCnt="0"/>
      <dgm:spPr/>
    </dgm:pt>
    <dgm:pt modelId="{B0771AA5-1F17-4262-9351-C4714DF95483}" type="pres">
      <dgm:prSet presAssocID="{5BF4B36B-035D-4F21-85C8-1ED8D5E656F6}" presName="parTx" presStyleLbl="revTx" presStyleIdx="1" presStyleCnt="4">
        <dgm:presLayoutVars>
          <dgm:chMax val="0"/>
          <dgm:chPref val="0"/>
        </dgm:presLayoutVars>
      </dgm:prSet>
      <dgm:spPr/>
    </dgm:pt>
    <dgm:pt modelId="{2C49A942-65FB-41EA-9C86-F0AB0D3152E9}" type="pres">
      <dgm:prSet presAssocID="{FDD79EEC-0C7C-4988-9D91-54BC7EADFB5E}" presName="sibTrans" presStyleCnt="0"/>
      <dgm:spPr/>
    </dgm:pt>
    <dgm:pt modelId="{0951D441-8F8E-4C52-88F4-E5CB76B638FB}" type="pres">
      <dgm:prSet presAssocID="{A2A4B663-043C-4785-8A39-24AA8EFC3041}" presName="compNode" presStyleCnt="0"/>
      <dgm:spPr/>
    </dgm:pt>
    <dgm:pt modelId="{2F60CD62-6C83-4F85-92A3-FB8AA8263093}" type="pres">
      <dgm:prSet presAssocID="{A2A4B663-043C-4785-8A39-24AA8EFC3041}" presName="bgRect" presStyleLbl="bgShp" presStyleIdx="2" presStyleCnt="4"/>
      <dgm:spPr/>
    </dgm:pt>
    <dgm:pt modelId="{12BD25EF-E865-49DA-AFF3-189FF2028C98}" type="pres">
      <dgm:prSet presAssocID="{A2A4B663-043C-4785-8A39-24AA8EFC304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7F9BED25-7705-4DDD-A954-C3FFD0AFCE16}" type="pres">
      <dgm:prSet presAssocID="{A2A4B663-043C-4785-8A39-24AA8EFC3041}" presName="spaceRect" presStyleCnt="0"/>
      <dgm:spPr/>
    </dgm:pt>
    <dgm:pt modelId="{6C42D632-3FD0-49F1-8CD5-C7761F9AC50F}" type="pres">
      <dgm:prSet presAssocID="{A2A4B663-043C-4785-8A39-24AA8EFC3041}" presName="parTx" presStyleLbl="revTx" presStyleIdx="2" presStyleCnt="4">
        <dgm:presLayoutVars>
          <dgm:chMax val="0"/>
          <dgm:chPref val="0"/>
        </dgm:presLayoutVars>
      </dgm:prSet>
      <dgm:spPr/>
    </dgm:pt>
    <dgm:pt modelId="{19BC9426-C636-43C8-A82A-A1FD14C33A9A}" type="pres">
      <dgm:prSet presAssocID="{CB2E1284-05E1-4A6E-BD5D-FEA716579615}" presName="sibTrans" presStyleCnt="0"/>
      <dgm:spPr/>
    </dgm:pt>
    <dgm:pt modelId="{475A58F0-F4E7-4CD8-AEA8-A6D389B7374E}" type="pres">
      <dgm:prSet presAssocID="{D32BABA8-0FBE-434D-BF47-BB07BEC924EB}" presName="compNode" presStyleCnt="0"/>
      <dgm:spPr/>
    </dgm:pt>
    <dgm:pt modelId="{39F21FEA-9A8B-4A2C-9741-77B2D4007B03}" type="pres">
      <dgm:prSet presAssocID="{D32BABA8-0FBE-434D-BF47-BB07BEC924EB}" presName="bgRect" presStyleLbl="bgShp" presStyleIdx="3" presStyleCnt="4"/>
      <dgm:spPr/>
    </dgm:pt>
    <dgm:pt modelId="{B632211F-8E03-411E-B8AD-77B9E9192966}" type="pres">
      <dgm:prSet presAssocID="{D32BABA8-0FBE-434D-BF47-BB07BEC924E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B3B8C19-0442-468E-BD6C-FCBFFAB4DF84}" type="pres">
      <dgm:prSet presAssocID="{D32BABA8-0FBE-434D-BF47-BB07BEC924EB}" presName="spaceRect" presStyleCnt="0"/>
      <dgm:spPr/>
    </dgm:pt>
    <dgm:pt modelId="{75244A34-1FDA-4071-AE60-971437A3974D}" type="pres">
      <dgm:prSet presAssocID="{D32BABA8-0FBE-434D-BF47-BB07BEC924E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D4EBC09-B9FB-460A-82A8-7F5B93BC5005}" type="presOf" srcId="{5BF4B36B-035D-4F21-85C8-1ED8D5E656F6}" destId="{B0771AA5-1F17-4262-9351-C4714DF95483}" srcOrd="0" destOrd="0" presId="urn:microsoft.com/office/officeart/2018/2/layout/IconVerticalSolidList"/>
    <dgm:cxn modelId="{B93B5B30-AF29-471C-BCDC-C49EBFED11D2}" srcId="{0811D1BE-CCE0-482A-9ADB-7F7377612A20}" destId="{D32BABA8-0FBE-434D-BF47-BB07BEC924EB}" srcOrd="3" destOrd="0" parTransId="{C5E5782D-228E-4A84-9027-39E38E2B03E8}" sibTransId="{B5267E38-C09F-4B01-8DCF-9ED74DB71C3F}"/>
    <dgm:cxn modelId="{C9F14F3C-3741-4331-8ECA-1CE1D75A1E66}" type="presOf" srcId="{D32BABA8-0FBE-434D-BF47-BB07BEC924EB}" destId="{75244A34-1FDA-4071-AE60-971437A3974D}" srcOrd="0" destOrd="0" presId="urn:microsoft.com/office/officeart/2018/2/layout/IconVerticalSolidList"/>
    <dgm:cxn modelId="{A4D54D58-B33B-48FF-9B73-9E488A145383}" srcId="{0811D1BE-CCE0-482A-9ADB-7F7377612A20}" destId="{A2A4B663-043C-4785-8A39-24AA8EFC3041}" srcOrd="2" destOrd="0" parTransId="{F9CDA6BF-CE69-4212-A597-031844AD8087}" sibTransId="{CB2E1284-05E1-4A6E-BD5D-FEA716579615}"/>
    <dgm:cxn modelId="{7BCEC686-A629-43AA-8F9F-6DABA8387ED0}" type="presOf" srcId="{4156A29E-D4E9-467D-A4CB-CED6197AC2B6}" destId="{8A9DD115-CC5A-438C-B00B-E2D3DD27F47D}" srcOrd="0" destOrd="0" presId="urn:microsoft.com/office/officeart/2018/2/layout/IconVerticalSolidList"/>
    <dgm:cxn modelId="{19F93DAF-ADE2-4899-8217-C5BB524B3B7B}" type="presOf" srcId="{0811D1BE-CCE0-482A-9ADB-7F7377612A20}" destId="{10A28E65-2E13-4124-9F07-6E4D2C0CECC0}" srcOrd="0" destOrd="0" presId="urn:microsoft.com/office/officeart/2018/2/layout/IconVerticalSolidList"/>
    <dgm:cxn modelId="{0BFAAAC8-0716-4ABA-AD78-D59536B1E825}" srcId="{0811D1BE-CCE0-482A-9ADB-7F7377612A20}" destId="{4156A29E-D4E9-467D-A4CB-CED6197AC2B6}" srcOrd="0" destOrd="0" parTransId="{57719CE7-4606-46B8-B10F-5FC7DC7E7F8F}" sibTransId="{745701D9-0600-45D4-A7A8-D38B3F0E3017}"/>
    <dgm:cxn modelId="{EB9CFCF5-2102-45C7-BC02-F4B3AB2F534C}" srcId="{0811D1BE-CCE0-482A-9ADB-7F7377612A20}" destId="{5BF4B36B-035D-4F21-85C8-1ED8D5E656F6}" srcOrd="1" destOrd="0" parTransId="{227F16CC-712A-43D7-A4ED-0E4B70934C4E}" sibTransId="{FDD79EEC-0C7C-4988-9D91-54BC7EADFB5E}"/>
    <dgm:cxn modelId="{EAD5C3FE-8054-4C4B-91AB-3DB2C18E0495}" type="presOf" srcId="{A2A4B663-043C-4785-8A39-24AA8EFC3041}" destId="{6C42D632-3FD0-49F1-8CD5-C7761F9AC50F}" srcOrd="0" destOrd="0" presId="urn:microsoft.com/office/officeart/2018/2/layout/IconVerticalSolidList"/>
    <dgm:cxn modelId="{CCE33921-1290-46FF-8F1A-E4158AA6D753}" type="presParOf" srcId="{10A28E65-2E13-4124-9F07-6E4D2C0CECC0}" destId="{91E34246-D2F9-41BA-AF16-DACCAD0CA3BD}" srcOrd="0" destOrd="0" presId="urn:microsoft.com/office/officeart/2018/2/layout/IconVerticalSolidList"/>
    <dgm:cxn modelId="{320320E4-1F1A-436B-9BEB-78F8106D98CE}" type="presParOf" srcId="{91E34246-D2F9-41BA-AF16-DACCAD0CA3BD}" destId="{1D3F1210-694B-448A-B61C-A9865B992814}" srcOrd="0" destOrd="0" presId="urn:microsoft.com/office/officeart/2018/2/layout/IconVerticalSolidList"/>
    <dgm:cxn modelId="{FF32875D-4500-4404-BE8D-E9DD4B137426}" type="presParOf" srcId="{91E34246-D2F9-41BA-AF16-DACCAD0CA3BD}" destId="{55158591-7C54-4034-B086-C437C27E5D7D}" srcOrd="1" destOrd="0" presId="urn:microsoft.com/office/officeart/2018/2/layout/IconVerticalSolidList"/>
    <dgm:cxn modelId="{8CDFAB41-5AF8-438B-8094-7B04AFB81BE4}" type="presParOf" srcId="{91E34246-D2F9-41BA-AF16-DACCAD0CA3BD}" destId="{7194FE21-4625-4017-AAA0-6231F1FAC15C}" srcOrd="2" destOrd="0" presId="urn:microsoft.com/office/officeart/2018/2/layout/IconVerticalSolidList"/>
    <dgm:cxn modelId="{BED79533-8B7B-4DD0-AA3D-B5C4FC236A6F}" type="presParOf" srcId="{91E34246-D2F9-41BA-AF16-DACCAD0CA3BD}" destId="{8A9DD115-CC5A-438C-B00B-E2D3DD27F47D}" srcOrd="3" destOrd="0" presId="urn:microsoft.com/office/officeart/2018/2/layout/IconVerticalSolidList"/>
    <dgm:cxn modelId="{B6A53A18-0FA7-4C78-B902-6E665A4ED6DD}" type="presParOf" srcId="{10A28E65-2E13-4124-9F07-6E4D2C0CECC0}" destId="{25691508-87AA-4287-AF5F-D79A640C6883}" srcOrd="1" destOrd="0" presId="urn:microsoft.com/office/officeart/2018/2/layout/IconVerticalSolidList"/>
    <dgm:cxn modelId="{4AEE73B8-9D98-41A4-B305-5BB6B80C5B08}" type="presParOf" srcId="{10A28E65-2E13-4124-9F07-6E4D2C0CECC0}" destId="{3F575546-EFB2-488B-8F6B-59ED2B01F3DA}" srcOrd="2" destOrd="0" presId="urn:microsoft.com/office/officeart/2018/2/layout/IconVerticalSolidList"/>
    <dgm:cxn modelId="{69BCDA4E-0CF3-49AB-9927-B24F60606F9B}" type="presParOf" srcId="{3F575546-EFB2-488B-8F6B-59ED2B01F3DA}" destId="{23CBF143-6DA0-484D-BC46-A0B0A151C78E}" srcOrd="0" destOrd="0" presId="urn:microsoft.com/office/officeart/2018/2/layout/IconVerticalSolidList"/>
    <dgm:cxn modelId="{47637988-F08D-45A9-96D4-E5999CD40010}" type="presParOf" srcId="{3F575546-EFB2-488B-8F6B-59ED2B01F3DA}" destId="{8006E287-AE83-4AC0-B403-926FC6FE0B97}" srcOrd="1" destOrd="0" presId="urn:microsoft.com/office/officeart/2018/2/layout/IconVerticalSolidList"/>
    <dgm:cxn modelId="{399DE779-A1EE-4370-A911-8A1A8C52C304}" type="presParOf" srcId="{3F575546-EFB2-488B-8F6B-59ED2B01F3DA}" destId="{6491DE33-D2A6-44CF-A115-FFF765FA4652}" srcOrd="2" destOrd="0" presId="urn:microsoft.com/office/officeart/2018/2/layout/IconVerticalSolidList"/>
    <dgm:cxn modelId="{292D45B1-B6A4-4F2D-86D4-4E29FEEE23F8}" type="presParOf" srcId="{3F575546-EFB2-488B-8F6B-59ED2B01F3DA}" destId="{B0771AA5-1F17-4262-9351-C4714DF95483}" srcOrd="3" destOrd="0" presId="urn:microsoft.com/office/officeart/2018/2/layout/IconVerticalSolidList"/>
    <dgm:cxn modelId="{293C5C2C-23C8-46B1-BC49-2D855723B3D1}" type="presParOf" srcId="{10A28E65-2E13-4124-9F07-6E4D2C0CECC0}" destId="{2C49A942-65FB-41EA-9C86-F0AB0D3152E9}" srcOrd="3" destOrd="0" presId="urn:microsoft.com/office/officeart/2018/2/layout/IconVerticalSolidList"/>
    <dgm:cxn modelId="{BB443DE1-D555-4F9A-8566-3C830CB5C359}" type="presParOf" srcId="{10A28E65-2E13-4124-9F07-6E4D2C0CECC0}" destId="{0951D441-8F8E-4C52-88F4-E5CB76B638FB}" srcOrd="4" destOrd="0" presId="urn:microsoft.com/office/officeart/2018/2/layout/IconVerticalSolidList"/>
    <dgm:cxn modelId="{3D428FB1-5C45-4B46-ABB7-A4C1CA926815}" type="presParOf" srcId="{0951D441-8F8E-4C52-88F4-E5CB76B638FB}" destId="{2F60CD62-6C83-4F85-92A3-FB8AA8263093}" srcOrd="0" destOrd="0" presId="urn:microsoft.com/office/officeart/2018/2/layout/IconVerticalSolidList"/>
    <dgm:cxn modelId="{82A8F08C-43EC-4C6D-96EA-D7DE2A7A5B3B}" type="presParOf" srcId="{0951D441-8F8E-4C52-88F4-E5CB76B638FB}" destId="{12BD25EF-E865-49DA-AFF3-189FF2028C98}" srcOrd="1" destOrd="0" presId="urn:microsoft.com/office/officeart/2018/2/layout/IconVerticalSolidList"/>
    <dgm:cxn modelId="{658746BC-9573-4474-9892-ABFE968ACDFB}" type="presParOf" srcId="{0951D441-8F8E-4C52-88F4-E5CB76B638FB}" destId="{7F9BED25-7705-4DDD-A954-C3FFD0AFCE16}" srcOrd="2" destOrd="0" presId="urn:microsoft.com/office/officeart/2018/2/layout/IconVerticalSolidList"/>
    <dgm:cxn modelId="{206F865F-E644-4C40-A2DF-CE4BD405DE6E}" type="presParOf" srcId="{0951D441-8F8E-4C52-88F4-E5CB76B638FB}" destId="{6C42D632-3FD0-49F1-8CD5-C7761F9AC50F}" srcOrd="3" destOrd="0" presId="urn:microsoft.com/office/officeart/2018/2/layout/IconVerticalSolidList"/>
    <dgm:cxn modelId="{6D0D349F-B680-4E27-8037-38D27048B574}" type="presParOf" srcId="{10A28E65-2E13-4124-9F07-6E4D2C0CECC0}" destId="{19BC9426-C636-43C8-A82A-A1FD14C33A9A}" srcOrd="5" destOrd="0" presId="urn:microsoft.com/office/officeart/2018/2/layout/IconVerticalSolidList"/>
    <dgm:cxn modelId="{053CA213-18C4-477A-8AB1-5922169D0586}" type="presParOf" srcId="{10A28E65-2E13-4124-9F07-6E4D2C0CECC0}" destId="{475A58F0-F4E7-4CD8-AEA8-A6D389B7374E}" srcOrd="6" destOrd="0" presId="urn:microsoft.com/office/officeart/2018/2/layout/IconVerticalSolidList"/>
    <dgm:cxn modelId="{B846B507-7DCE-4C1A-B214-44A8FFEAE124}" type="presParOf" srcId="{475A58F0-F4E7-4CD8-AEA8-A6D389B7374E}" destId="{39F21FEA-9A8B-4A2C-9741-77B2D4007B03}" srcOrd="0" destOrd="0" presId="urn:microsoft.com/office/officeart/2018/2/layout/IconVerticalSolidList"/>
    <dgm:cxn modelId="{B5C3DDDF-708E-40F8-A311-910234E07675}" type="presParOf" srcId="{475A58F0-F4E7-4CD8-AEA8-A6D389B7374E}" destId="{B632211F-8E03-411E-B8AD-77B9E9192966}" srcOrd="1" destOrd="0" presId="urn:microsoft.com/office/officeart/2018/2/layout/IconVerticalSolidList"/>
    <dgm:cxn modelId="{71E28C00-C59D-4BC9-B430-76B9F0E18A5F}" type="presParOf" srcId="{475A58F0-F4E7-4CD8-AEA8-A6D389B7374E}" destId="{1B3B8C19-0442-468E-BD6C-FCBFFAB4DF84}" srcOrd="2" destOrd="0" presId="urn:microsoft.com/office/officeart/2018/2/layout/IconVerticalSolidList"/>
    <dgm:cxn modelId="{BE07257F-E386-4A74-B4E5-CFD92D305BF9}" type="presParOf" srcId="{475A58F0-F4E7-4CD8-AEA8-A6D389B7374E}" destId="{75244A34-1FDA-4071-AE60-971437A3974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CF4E655-BDAE-4B62-A66B-9F77EF2F31F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DCD8DE2-7CB6-4479-9A49-3A308EA22924}">
      <dgm:prSet/>
      <dgm:spPr/>
      <dgm:t>
        <a:bodyPr/>
        <a:lstStyle/>
        <a:p>
          <a:r>
            <a:rPr lang="en-US" b="0" i="0"/>
            <a:t>Fully managed build service that compiles source, runs tests, and produces artifacts</a:t>
          </a:r>
          <a:endParaRPr lang="en-US"/>
        </a:p>
      </dgm:t>
    </dgm:pt>
    <dgm:pt modelId="{D4EE9036-2798-4225-91C5-963647B6C593}" type="parTrans" cxnId="{83255E18-7E65-4BA3-8CCD-4B096C17EA7C}">
      <dgm:prSet/>
      <dgm:spPr/>
      <dgm:t>
        <a:bodyPr/>
        <a:lstStyle/>
        <a:p>
          <a:endParaRPr lang="en-US"/>
        </a:p>
      </dgm:t>
    </dgm:pt>
    <dgm:pt modelId="{08604B33-5EA8-494F-9EA8-34BB3F1FB9FC}" type="sibTrans" cxnId="{83255E18-7E65-4BA3-8CCD-4B096C17EA7C}">
      <dgm:prSet/>
      <dgm:spPr/>
      <dgm:t>
        <a:bodyPr/>
        <a:lstStyle/>
        <a:p>
          <a:endParaRPr lang="en-US"/>
        </a:p>
      </dgm:t>
    </dgm:pt>
    <dgm:pt modelId="{89577570-0D1E-47A3-82B7-481A5473ED60}">
      <dgm:prSet/>
      <dgm:spPr/>
      <dgm:t>
        <a:bodyPr/>
        <a:lstStyle/>
        <a:p>
          <a:r>
            <a:rPr lang="en-US" b="0" i="0"/>
            <a:t>Uses buildspec.yml to define build commands and environment</a:t>
          </a:r>
          <a:endParaRPr lang="en-US"/>
        </a:p>
      </dgm:t>
    </dgm:pt>
    <dgm:pt modelId="{9874EE6C-2C70-4A65-8814-AC658283D531}" type="parTrans" cxnId="{62AE97D8-D86F-4474-98ED-85AB6E8126A9}">
      <dgm:prSet/>
      <dgm:spPr/>
      <dgm:t>
        <a:bodyPr/>
        <a:lstStyle/>
        <a:p>
          <a:endParaRPr lang="en-US"/>
        </a:p>
      </dgm:t>
    </dgm:pt>
    <dgm:pt modelId="{5F0107CC-85CF-416F-B3CC-092F28B2D5BF}" type="sibTrans" cxnId="{62AE97D8-D86F-4474-98ED-85AB6E8126A9}">
      <dgm:prSet/>
      <dgm:spPr/>
      <dgm:t>
        <a:bodyPr/>
        <a:lstStyle/>
        <a:p>
          <a:endParaRPr lang="en-US"/>
        </a:p>
      </dgm:t>
    </dgm:pt>
    <dgm:pt modelId="{8D036EF0-4AFB-46D4-85BD-9F58B834561C}">
      <dgm:prSet/>
      <dgm:spPr/>
      <dgm:t>
        <a:bodyPr/>
        <a:lstStyle/>
        <a:p>
          <a:r>
            <a:rPr lang="en-US" b="0" i="0"/>
            <a:t>Supports building Docker images (Docker-in-Docker)</a:t>
          </a:r>
          <a:endParaRPr lang="en-US"/>
        </a:p>
      </dgm:t>
    </dgm:pt>
    <dgm:pt modelId="{BE8CA984-895F-4514-982E-F7256A373966}" type="parTrans" cxnId="{AA7FC099-3443-48D7-AF76-990B44006292}">
      <dgm:prSet/>
      <dgm:spPr/>
      <dgm:t>
        <a:bodyPr/>
        <a:lstStyle/>
        <a:p>
          <a:endParaRPr lang="en-US"/>
        </a:p>
      </dgm:t>
    </dgm:pt>
    <dgm:pt modelId="{53CE6AFE-4D92-4ACF-81C1-CD52A2F784FC}" type="sibTrans" cxnId="{AA7FC099-3443-48D7-AF76-990B44006292}">
      <dgm:prSet/>
      <dgm:spPr/>
      <dgm:t>
        <a:bodyPr/>
        <a:lstStyle/>
        <a:p>
          <a:endParaRPr lang="en-US"/>
        </a:p>
      </dgm:t>
    </dgm:pt>
    <dgm:pt modelId="{8434CBF5-96CB-4A0B-8D96-D8CAD72FE194}">
      <dgm:prSet/>
      <dgm:spPr/>
      <dgm:t>
        <a:bodyPr/>
        <a:lstStyle/>
        <a:p>
          <a:r>
            <a:rPr lang="en-US" b="0" i="0"/>
            <a:t>Pushes built Docker images to Amazon ECR</a:t>
          </a:r>
          <a:endParaRPr lang="en-US"/>
        </a:p>
      </dgm:t>
    </dgm:pt>
    <dgm:pt modelId="{6DA5C30F-E741-43C1-B53A-195B2E2D7D7E}" type="parTrans" cxnId="{FD521562-635B-458E-B4B0-D9602157BFB7}">
      <dgm:prSet/>
      <dgm:spPr/>
      <dgm:t>
        <a:bodyPr/>
        <a:lstStyle/>
        <a:p>
          <a:endParaRPr lang="en-US"/>
        </a:p>
      </dgm:t>
    </dgm:pt>
    <dgm:pt modelId="{AC81DD09-3294-4078-8B75-4C176614B73B}" type="sibTrans" cxnId="{FD521562-635B-458E-B4B0-D9602157BFB7}">
      <dgm:prSet/>
      <dgm:spPr/>
      <dgm:t>
        <a:bodyPr/>
        <a:lstStyle/>
        <a:p>
          <a:endParaRPr lang="en-US"/>
        </a:p>
      </dgm:t>
    </dgm:pt>
    <dgm:pt modelId="{351522F7-D654-4561-8BBD-4D68E74CBFF8}" type="pres">
      <dgm:prSet presAssocID="{9CF4E655-BDAE-4B62-A66B-9F77EF2F31F0}" presName="root" presStyleCnt="0">
        <dgm:presLayoutVars>
          <dgm:dir/>
          <dgm:resizeHandles val="exact"/>
        </dgm:presLayoutVars>
      </dgm:prSet>
      <dgm:spPr/>
    </dgm:pt>
    <dgm:pt modelId="{E0B305B8-0A44-4CD3-AA55-648E32118D9E}" type="pres">
      <dgm:prSet presAssocID="{EDCD8DE2-7CB6-4479-9A49-3A308EA22924}" presName="compNode" presStyleCnt="0"/>
      <dgm:spPr/>
    </dgm:pt>
    <dgm:pt modelId="{F0A69FA4-BCCE-40C5-9A23-E4371CE5D0F5}" type="pres">
      <dgm:prSet presAssocID="{EDCD8DE2-7CB6-4479-9A49-3A308EA22924}" presName="bgRect" presStyleLbl="bgShp" presStyleIdx="0" presStyleCnt="4"/>
      <dgm:spPr/>
    </dgm:pt>
    <dgm:pt modelId="{1CE10181-3546-46C2-A494-ADAAC7F15721}" type="pres">
      <dgm:prSet presAssocID="{EDCD8DE2-7CB6-4479-9A49-3A308EA2292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A45525D-C378-426A-8FD0-1CCCB1DB872B}" type="pres">
      <dgm:prSet presAssocID="{EDCD8DE2-7CB6-4479-9A49-3A308EA22924}" presName="spaceRect" presStyleCnt="0"/>
      <dgm:spPr/>
    </dgm:pt>
    <dgm:pt modelId="{4337DFF7-90B2-42F9-B459-5EC1B9295CD4}" type="pres">
      <dgm:prSet presAssocID="{EDCD8DE2-7CB6-4479-9A49-3A308EA22924}" presName="parTx" presStyleLbl="revTx" presStyleIdx="0" presStyleCnt="4">
        <dgm:presLayoutVars>
          <dgm:chMax val="0"/>
          <dgm:chPref val="0"/>
        </dgm:presLayoutVars>
      </dgm:prSet>
      <dgm:spPr/>
    </dgm:pt>
    <dgm:pt modelId="{CECA13AC-F16F-4528-94A7-3B1F20706D05}" type="pres">
      <dgm:prSet presAssocID="{08604B33-5EA8-494F-9EA8-34BB3F1FB9FC}" presName="sibTrans" presStyleCnt="0"/>
      <dgm:spPr/>
    </dgm:pt>
    <dgm:pt modelId="{FB758DF5-2A0F-410C-A9D5-689C25ABE5D3}" type="pres">
      <dgm:prSet presAssocID="{89577570-0D1E-47A3-82B7-481A5473ED60}" presName="compNode" presStyleCnt="0"/>
      <dgm:spPr/>
    </dgm:pt>
    <dgm:pt modelId="{B57BEE94-0B8B-452C-9F64-3E797DDA6D3F}" type="pres">
      <dgm:prSet presAssocID="{89577570-0D1E-47A3-82B7-481A5473ED60}" presName="bgRect" presStyleLbl="bgShp" presStyleIdx="1" presStyleCnt="4"/>
      <dgm:spPr/>
    </dgm:pt>
    <dgm:pt modelId="{9DC67196-F199-4FD6-92A6-73CC57F40B61}" type="pres">
      <dgm:prSet presAssocID="{89577570-0D1E-47A3-82B7-481A5473ED6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54F907B8-B48D-45E0-99E5-13FB9DB408F5}" type="pres">
      <dgm:prSet presAssocID="{89577570-0D1E-47A3-82B7-481A5473ED60}" presName="spaceRect" presStyleCnt="0"/>
      <dgm:spPr/>
    </dgm:pt>
    <dgm:pt modelId="{5AE0BEC5-6B18-49DC-BA1D-2933FA5D28BC}" type="pres">
      <dgm:prSet presAssocID="{89577570-0D1E-47A3-82B7-481A5473ED60}" presName="parTx" presStyleLbl="revTx" presStyleIdx="1" presStyleCnt="4">
        <dgm:presLayoutVars>
          <dgm:chMax val="0"/>
          <dgm:chPref val="0"/>
        </dgm:presLayoutVars>
      </dgm:prSet>
      <dgm:spPr/>
    </dgm:pt>
    <dgm:pt modelId="{5853A3F7-E1FB-456F-B6EB-6A665D4CFB22}" type="pres">
      <dgm:prSet presAssocID="{5F0107CC-85CF-416F-B3CC-092F28B2D5BF}" presName="sibTrans" presStyleCnt="0"/>
      <dgm:spPr/>
    </dgm:pt>
    <dgm:pt modelId="{F6F26F1D-81EA-49B7-9C18-56A9CF562F35}" type="pres">
      <dgm:prSet presAssocID="{8D036EF0-4AFB-46D4-85BD-9F58B834561C}" presName="compNode" presStyleCnt="0"/>
      <dgm:spPr/>
    </dgm:pt>
    <dgm:pt modelId="{33DF843F-4D1D-4F44-BC2E-2555FA04836E}" type="pres">
      <dgm:prSet presAssocID="{8D036EF0-4AFB-46D4-85BD-9F58B834561C}" presName="bgRect" presStyleLbl="bgShp" presStyleIdx="2" presStyleCnt="4"/>
      <dgm:spPr/>
    </dgm:pt>
    <dgm:pt modelId="{F68F4DF0-60F3-4DA7-82B1-A5362E12FC3F}" type="pres">
      <dgm:prSet presAssocID="{8D036EF0-4AFB-46D4-85BD-9F58B834561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8498C957-6E47-4FD8-ACD9-2B476063D4DF}" type="pres">
      <dgm:prSet presAssocID="{8D036EF0-4AFB-46D4-85BD-9F58B834561C}" presName="spaceRect" presStyleCnt="0"/>
      <dgm:spPr/>
    </dgm:pt>
    <dgm:pt modelId="{963F802E-B41F-405B-A4E5-39D13E3BC945}" type="pres">
      <dgm:prSet presAssocID="{8D036EF0-4AFB-46D4-85BD-9F58B834561C}" presName="parTx" presStyleLbl="revTx" presStyleIdx="2" presStyleCnt="4">
        <dgm:presLayoutVars>
          <dgm:chMax val="0"/>
          <dgm:chPref val="0"/>
        </dgm:presLayoutVars>
      </dgm:prSet>
      <dgm:spPr/>
    </dgm:pt>
    <dgm:pt modelId="{727C4D85-CA91-4F6E-8199-2F495D4143C8}" type="pres">
      <dgm:prSet presAssocID="{53CE6AFE-4D92-4ACF-81C1-CD52A2F784FC}" presName="sibTrans" presStyleCnt="0"/>
      <dgm:spPr/>
    </dgm:pt>
    <dgm:pt modelId="{62E798D2-8E9E-438E-B0B7-E0229300BFF5}" type="pres">
      <dgm:prSet presAssocID="{8434CBF5-96CB-4A0B-8D96-D8CAD72FE194}" presName="compNode" presStyleCnt="0"/>
      <dgm:spPr/>
    </dgm:pt>
    <dgm:pt modelId="{C28209FB-675A-40B2-9B0B-18C34CEAA6D9}" type="pres">
      <dgm:prSet presAssocID="{8434CBF5-96CB-4A0B-8D96-D8CAD72FE194}" presName="bgRect" presStyleLbl="bgShp" presStyleIdx="3" presStyleCnt="4"/>
      <dgm:spPr/>
    </dgm:pt>
    <dgm:pt modelId="{DD260CC6-4A07-4135-8C6C-017719E35FFC}" type="pres">
      <dgm:prSet presAssocID="{8434CBF5-96CB-4A0B-8D96-D8CAD72FE19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9DF5465-4D3E-47D8-8EA9-52CCB87A176F}" type="pres">
      <dgm:prSet presAssocID="{8434CBF5-96CB-4A0B-8D96-D8CAD72FE194}" presName="spaceRect" presStyleCnt="0"/>
      <dgm:spPr/>
    </dgm:pt>
    <dgm:pt modelId="{53E57964-DEBA-427A-918B-8FAC8164AEFA}" type="pres">
      <dgm:prSet presAssocID="{8434CBF5-96CB-4A0B-8D96-D8CAD72FE19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0DD7E05-D73F-4A2E-8B85-9373D7A80744}" type="presOf" srcId="{9CF4E655-BDAE-4B62-A66B-9F77EF2F31F0}" destId="{351522F7-D654-4561-8BBD-4D68E74CBFF8}" srcOrd="0" destOrd="0" presId="urn:microsoft.com/office/officeart/2018/2/layout/IconVerticalSolidList"/>
    <dgm:cxn modelId="{5F50940F-8363-4918-8809-5B15A3033B1E}" type="presOf" srcId="{8434CBF5-96CB-4A0B-8D96-D8CAD72FE194}" destId="{53E57964-DEBA-427A-918B-8FAC8164AEFA}" srcOrd="0" destOrd="0" presId="urn:microsoft.com/office/officeart/2018/2/layout/IconVerticalSolidList"/>
    <dgm:cxn modelId="{83255E18-7E65-4BA3-8CCD-4B096C17EA7C}" srcId="{9CF4E655-BDAE-4B62-A66B-9F77EF2F31F0}" destId="{EDCD8DE2-7CB6-4479-9A49-3A308EA22924}" srcOrd="0" destOrd="0" parTransId="{D4EE9036-2798-4225-91C5-963647B6C593}" sibTransId="{08604B33-5EA8-494F-9EA8-34BB3F1FB9FC}"/>
    <dgm:cxn modelId="{67A67B30-64E6-4395-8A3F-C137262F106D}" type="presOf" srcId="{89577570-0D1E-47A3-82B7-481A5473ED60}" destId="{5AE0BEC5-6B18-49DC-BA1D-2933FA5D28BC}" srcOrd="0" destOrd="0" presId="urn:microsoft.com/office/officeart/2018/2/layout/IconVerticalSolidList"/>
    <dgm:cxn modelId="{FD521562-635B-458E-B4B0-D9602157BFB7}" srcId="{9CF4E655-BDAE-4B62-A66B-9F77EF2F31F0}" destId="{8434CBF5-96CB-4A0B-8D96-D8CAD72FE194}" srcOrd="3" destOrd="0" parTransId="{6DA5C30F-E741-43C1-B53A-195B2E2D7D7E}" sibTransId="{AC81DD09-3294-4078-8B75-4C176614B73B}"/>
    <dgm:cxn modelId="{842DE170-4F45-4491-AE89-A4837E6865A6}" type="presOf" srcId="{EDCD8DE2-7CB6-4479-9A49-3A308EA22924}" destId="{4337DFF7-90B2-42F9-B459-5EC1B9295CD4}" srcOrd="0" destOrd="0" presId="urn:microsoft.com/office/officeart/2018/2/layout/IconVerticalSolidList"/>
    <dgm:cxn modelId="{AA7FC099-3443-48D7-AF76-990B44006292}" srcId="{9CF4E655-BDAE-4B62-A66B-9F77EF2F31F0}" destId="{8D036EF0-4AFB-46D4-85BD-9F58B834561C}" srcOrd="2" destOrd="0" parTransId="{BE8CA984-895F-4514-982E-F7256A373966}" sibTransId="{53CE6AFE-4D92-4ACF-81C1-CD52A2F784FC}"/>
    <dgm:cxn modelId="{62AE97D8-D86F-4474-98ED-85AB6E8126A9}" srcId="{9CF4E655-BDAE-4B62-A66B-9F77EF2F31F0}" destId="{89577570-0D1E-47A3-82B7-481A5473ED60}" srcOrd="1" destOrd="0" parTransId="{9874EE6C-2C70-4A65-8814-AC658283D531}" sibTransId="{5F0107CC-85CF-416F-B3CC-092F28B2D5BF}"/>
    <dgm:cxn modelId="{6DFBC2DF-1AD7-46E6-99AA-AEC11B879469}" type="presOf" srcId="{8D036EF0-4AFB-46D4-85BD-9F58B834561C}" destId="{963F802E-B41F-405B-A4E5-39D13E3BC945}" srcOrd="0" destOrd="0" presId="urn:microsoft.com/office/officeart/2018/2/layout/IconVerticalSolidList"/>
    <dgm:cxn modelId="{C09577B4-C2EB-43A7-8439-73215C7AE93A}" type="presParOf" srcId="{351522F7-D654-4561-8BBD-4D68E74CBFF8}" destId="{E0B305B8-0A44-4CD3-AA55-648E32118D9E}" srcOrd="0" destOrd="0" presId="urn:microsoft.com/office/officeart/2018/2/layout/IconVerticalSolidList"/>
    <dgm:cxn modelId="{172DEE60-0A18-4446-9307-FAD88D518555}" type="presParOf" srcId="{E0B305B8-0A44-4CD3-AA55-648E32118D9E}" destId="{F0A69FA4-BCCE-40C5-9A23-E4371CE5D0F5}" srcOrd="0" destOrd="0" presId="urn:microsoft.com/office/officeart/2018/2/layout/IconVerticalSolidList"/>
    <dgm:cxn modelId="{E7230287-7017-4117-AAD2-BA7387786230}" type="presParOf" srcId="{E0B305B8-0A44-4CD3-AA55-648E32118D9E}" destId="{1CE10181-3546-46C2-A494-ADAAC7F15721}" srcOrd="1" destOrd="0" presId="urn:microsoft.com/office/officeart/2018/2/layout/IconVerticalSolidList"/>
    <dgm:cxn modelId="{490E2E00-DE18-49D2-9BC2-11F3D6A48932}" type="presParOf" srcId="{E0B305B8-0A44-4CD3-AA55-648E32118D9E}" destId="{BA45525D-C378-426A-8FD0-1CCCB1DB872B}" srcOrd="2" destOrd="0" presId="urn:microsoft.com/office/officeart/2018/2/layout/IconVerticalSolidList"/>
    <dgm:cxn modelId="{44A4F219-29BA-4FAB-BA94-815957D90310}" type="presParOf" srcId="{E0B305B8-0A44-4CD3-AA55-648E32118D9E}" destId="{4337DFF7-90B2-42F9-B459-5EC1B9295CD4}" srcOrd="3" destOrd="0" presId="urn:microsoft.com/office/officeart/2018/2/layout/IconVerticalSolidList"/>
    <dgm:cxn modelId="{5F578200-A25B-44C3-9DF7-614A278E14CA}" type="presParOf" srcId="{351522F7-D654-4561-8BBD-4D68E74CBFF8}" destId="{CECA13AC-F16F-4528-94A7-3B1F20706D05}" srcOrd="1" destOrd="0" presId="urn:microsoft.com/office/officeart/2018/2/layout/IconVerticalSolidList"/>
    <dgm:cxn modelId="{0AC8F003-24E6-4AEB-BBC6-5C2DEBE52949}" type="presParOf" srcId="{351522F7-D654-4561-8BBD-4D68E74CBFF8}" destId="{FB758DF5-2A0F-410C-A9D5-689C25ABE5D3}" srcOrd="2" destOrd="0" presId="urn:microsoft.com/office/officeart/2018/2/layout/IconVerticalSolidList"/>
    <dgm:cxn modelId="{8BD282DF-EC7B-40A6-B763-987460026B0D}" type="presParOf" srcId="{FB758DF5-2A0F-410C-A9D5-689C25ABE5D3}" destId="{B57BEE94-0B8B-452C-9F64-3E797DDA6D3F}" srcOrd="0" destOrd="0" presId="urn:microsoft.com/office/officeart/2018/2/layout/IconVerticalSolidList"/>
    <dgm:cxn modelId="{5D0040BF-C015-46D0-B14E-A4CB9961753D}" type="presParOf" srcId="{FB758DF5-2A0F-410C-A9D5-689C25ABE5D3}" destId="{9DC67196-F199-4FD6-92A6-73CC57F40B61}" srcOrd="1" destOrd="0" presId="urn:microsoft.com/office/officeart/2018/2/layout/IconVerticalSolidList"/>
    <dgm:cxn modelId="{012C34D7-9598-40EA-AF65-12360C052140}" type="presParOf" srcId="{FB758DF5-2A0F-410C-A9D5-689C25ABE5D3}" destId="{54F907B8-B48D-45E0-99E5-13FB9DB408F5}" srcOrd="2" destOrd="0" presId="urn:microsoft.com/office/officeart/2018/2/layout/IconVerticalSolidList"/>
    <dgm:cxn modelId="{0377E14A-40A1-4259-99D7-40FE13FF9D95}" type="presParOf" srcId="{FB758DF5-2A0F-410C-A9D5-689C25ABE5D3}" destId="{5AE0BEC5-6B18-49DC-BA1D-2933FA5D28BC}" srcOrd="3" destOrd="0" presId="urn:microsoft.com/office/officeart/2018/2/layout/IconVerticalSolidList"/>
    <dgm:cxn modelId="{6212AE9A-A73C-47B5-8366-32D0CB84D5BF}" type="presParOf" srcId="{351522F7-D654-4561-8BBD-4D68E74CBFF8}" destId="{5853A3F7-E1FB-456F-B6EB-6A665D4CFB22}" srcOrd="3" destOrd="0" presId="urn:microsoft.com/office/officeart/2018/2/layout/IconVerticalSolidList"/>
    <dgm:cxn modelId="{F5BAEA88-D881-436A-A39C-0233403BBD5B}" type="presParOf" srcId="{351522F7-D654-4561-8BBD-4D68E74CBFF8}" destId="{F6F26F1D-81EA-49B7-9C18-56A9CF562F35}" srcOrd="4" destOrd="0" presId="urn:microsoft.com/office/officeart/2018/2/layout/IconVerticalSolidList"/>
    <dgm:cxn modelId="{5EC3AADE-2523-4468-AA0A-879755239C0C}" type="presParOf" srcId="{F6F26F1D-81EA-49B7-9C18-56A9CF562F35}" destId="{33DF843F-4D1D-4F44-BC2E-2555FA04836E}" srcOrd="0" destOrd="0" presId="urn:microsoft.com/office/officeart/2018/2/layout/IconVerticalSolidList"/>
    <dgm:cxn modelId="{D4C9A098-07C2-4007-AF1D-819257E9A3F7}" type="presParOf" srcId="{F6F26F1D-81EA-49B7-9C18-56A9CF562F35}" destId="{F68F4DF0-60F3-4DA7-82B1-A5362E12FC3F}" srcOrd="1" destOrd="0" presId="urn:microsoft.com/office/officeart/2018/2/layout/IconVerticalSolidList"/>
    <dgm:cxn modelId="{EEB610BF-07ED-426B-8108-D6DC44F072B9}" type="presParOf" srcId="{F6F26F1D-81EA-49B7-9C18-56A9CF562F35}" destId="{8498C957-6E47-4FD8-ACD9-2B476063D4DF}" srcOrd="2" destOrd="0" presId="urn:microsoft.com/office/officeart/2018/2/layout/IconVerticalSolidList"/>
    <dgm:cxn modelId="{4181E6FD-4108-41A6-BCF7-245171BA5EF3}" type="presParOf" srcId="{F6F26F1D-81EA-49B7-9C18-56A9CF562F35}" destId="{963F802E-B41F-405B-A4E5-39D13E3BC945}" srcOrd="3" destOrd="0" presId="urn:microsoft.com/office/officeart/2018/2/layout/IconVerticalSolidList"/>
    <dgm:cxn modelId="{321BFA36-48D6-48DC-84B1-07A5E8BC0827}" type="presParOf" srcId="{351522F7-D654-4561-8BBD-4D68E74CBFF8}" destId="{727C4D85-CA91-4F6E-8199-2F495D4143C8}" srcOrd="5" destOrd="0" presId="urn:microsoft.com/office/officeart/2018/2/layout/IconVerticalSolidList"/>
    <dgm:cxn modelId="{5DB7E97A-50D9-44D9-BEA4-C992D83F3015}" type="presParOf" srcId="{351522F7-D654-4561-8BBD-4D68E74CBFF8}" destId="{62E798D2-8E9E-438E-B0B7-E0229300BFF5}" srcOrd="6" destOrd="0" presId="urn:microsoft.com/office/officeart/2018/2/layout/IconVerticalSolidList"/>
    <dgm:cxn modelId="{22A3F2F8-B4E2-49D2-BEEB-059CA72A47C4}" type="presParOf" srcId="{62E798D2-8E9E-438E-B0B7-E0229300BFF5}" destId="{C28209FB-675A-40B2-9B0B-18C34CEAA6D9}" srcOrd="0" destOrd="0" presId="urn:microsoft.com/office/officeart/2018/2/layout/IconVerticalSolidList"/>
    <dgm:cxn modelId="{DF3F11F3-B150-4927-809B-2CADBC2E54ED}" type="presParOf" srcId="{62E798D2-8E9E-438E-B0B7-E0229300BFF5}" destId="{DD260CC6-4A07-4135-8C6C-017719E35FFC}" srcOrd="1" destOrd="0" presId="urn:microsoft.com/office/officeart/2018/2/layout/IconVerticalSolidList"/>
    <dgm:cxn modelId="{C09DF41B-3E6B-48CC-B5E8-A44F24033D08}" type="presParOf" srcId="{62E798D2-8E9E-438E-B0B7-E0229300BFF5}" destId="{19DF5465-4D3E-47D8-8EA9-52CCB87A176F}" srcOrd="2" destOrd="0" presId="urn:microsoft.com/office/officeart/2018/2/layout/IconVerticalSolidList"/>
    <dgm:cxn modelId="{99FBC94F-DC4D-4C31-8FA2-AD1359C72876}" type="presParOf" srcId="{62E798D2-8E9E-438E-B0B7-E0229300BFF5}" destId="{53E57964-DEBA-427A-918B-8FAC8164AE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18CFDAC-C84A-463D-8851-AE4F31338D0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7DDBB500-22B1-4FA5-AEF2-D06CD28B960A}">
      <dgm:prSet/>
      <dgm:spPr/>
      <dgm:t>
        <a:bodyPr/>
        <a:lstStyle/>
        <a:p>
          <a:r>
            <a:rPr lang="en-US" b="0" i="0"/>
            <a:t>Fully managed container image registry for storing Docker images</a:t>
          </a:r>
          <a:endParaRPr lang="en-US"/>
        </a:p>
      </dgm:t>
    </dgm:pt>
    <dgm:pt modelId="{4958AE51-11F2-435E-8451-4AB8E4D4DF1E}" type="parTrans" cxnId="{DF34C590-C37B-42CA-BAB4-1DBA42EE1071}">
      <dgm:prSet/>
      <dgm:spPr/>
      <dgm:t>
        <a:bodyPr/>
        <a:lstStyle/>
        <a:p>
          <a:endParaRPr lang="en-US"/>
        </a:p>
      </dgm:t>
    </dgm:pt>
    <dgm:pt modelId="{897D9B17-E024-42D5-A276-6810A365158F}" type="sibTrans" cxnId="{DF34C590-C37B-42CA-BAB4-1DBA42EE1071}">
      <dgm:prSet/>
      <dgm:spPr/>
      <dgm:t>
        <a:bodyPr/>
        <a:lstStyle/>
        <a:p>
          <a:endParaRPr lang="en-US"/>
        </a:p>
      </dgm:t>
    </dgm:pt>
    <dgm:pt modelId="{FA7050A4-836F-4E75-86B0-DE9E33161BDE}">
      <dgm:prSet/>
      <dgm:spPr/>
      <dgm:t>
        <a:bodyPr/>
        <a:lstStyle/>
        <a:p>
          <a:r>
            <a:rPr lang="en-US" b="0" i="0"/>
            <a:t>Provides private repositories integrated with IAM authentication</a:t>
          </a:r>
          <a:endParaRPr lang="en-US"/>
        </a:p>
      </dgm:t>
    </dgm:pt>
    <dgm:pt modelId="{BC721180-895D-4EE9-BF78-E09972F0F548}" type="parTrans" cxnId="{1CDB54B9-A84E-4223-BC07-F9B05E3A9889}">
      <dgm:prSet/>
      <dgm:spPr/>
      <dgm:t>
        <a:bodyPr/>
        <a:lstStyle/>
        <a:p>
          <a:endParaRPr lang="en-US"/>
        </a:p>
      </dgm:t>
    </dgm:pt>
    <dgm:pt modelId="{C2E3D5E1-6F1E-43CD-A34A-0FF6ADFC6C35}" type="sibTrans" cxnId="{1CDB54B9-A84E-4223-BC07-F9B05E3A9889}">
      <dgm:prSet/>
      <dgm:spPr/>
      <dgm:t>
        <a:bodyPr/>
        <a:lstStyle/>
        <a:p>
          <a:endParaRPr lang="en-US"/>
        </a:p>
      </dgm:t>
    </dgm:pt>
    <dgm:pt modelId="{B8B8891F-AA07-4B8D-A4BA-20C06DF95F27}">
      <dgm:prSet/>
      <dgm:spPr/>
      <dgm:t>
        <a:bodyPr/>
        <a:lstStyle/>
        <a:p>
          <a:r>
            <a:rPr lang="en-US" b="0" i="0"/>
            <a:t>Images can be pulled by ECS, EKS, and on-prem Docker environments</a:t>
          </a:r>
          <a:endParaRPr lang="en-US"/>
        </a:p>
      </dgm:t>
    </dgm:pt>
    <dgm:pt modelId="{36314298-98F3-4855-AAD6-68B042AF9B0D}" type="parTrans" cxnId="{DB247CCA-65AF-4306-966E-310EB75B6C5A}">
      <dgm:prSet/>
      <dgm:spPr/>
      <dgm:t>
        <a:bodyPr/>
        <a:lstStyle/>
        <a:p>
          <a:endParaRPr lang="en-US"/>
        </a:p>
      </dgm:t>
    </dgm:pt>
    <dgm:pt modelId="{D66E3C29-63C2-4CAB-94CD-262AFCBC976F}" type="sibTrans" cxnId="{DB247CCA-65AF-4306-966E-310EB75B6C5A}">
      <dgm:prSet/>
      <dgm:spPr/>
      <dgm:t>
        <a:bodyPr/>
        <a:lstStyle/>
        <a:p>
          <a:endParaRPr lang="en-US"/>
        </a:p>
      </dgm:t>
    </dgm:pt>
    <dgm:pt modelId="{1565000B-4171-46E2-95CC-C6EB6B3FBD40}" type="pres">
      <dgm:prSet presAssocID="{118CFDAC-C84A-463D-8851-AE4F31338D03}" presName="root" presStyleCnt="0">
        <dgm:presLayoutVars>
          <dgm:dir/>
          <dgm:resizeHandles val="exact"/>
        </dgm:presLayoutVars>
      </dgm:prSet>
      <dgm:spPr/>
    </dgm:pt>
    <dgm:pt modelId="{6100F03B-9A06-4808-872D-BEE01436EA38}" type="pres">
      <dgm:prSet presAssocID="{7DDBB500-22B1-4FA5-AEF2-D06CD28B960A}" presName="compNode" presStyleCnt="0"/>
      <dgm:spPr/>
    </dgm:pt>
    <dgm:pt modelId="{250A5AEE-FB41-4532-BA4F-4B2E2816438A}" type="pres">
      <dgm:prSet presAssocID="{7DDBB500-22B1-4FA5-AEF2-D06CD28B960A}" presName="bgRect" presStyleLbl="bgShp" presStyleIdx="0" presStyleCnt="3"/>
      <dgm:spPr/>
    </dgm:pt>
    <dgm:pt modelId="{A815A26E-1B01-40D4-B491-E83EBDD76E64}" type="pres">
      <dgm:prSet presAssocID="{7DDBB500-22B1-4FA5-AEF2-D06CD28B960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EBC40F5-7FFF-459D-9F71-8AD38E46A100}" type="pres">
      <dgm:prSet presAssocID="{7DDBB500-22B1-4FA5-AEF2-D06CD28B960A}" presName="spaceRect" presStyleCnt="0"/>
      <dgm:spPr/>
    </dgm:pt>
    <dgm:pt modelId="{E2FAB596-2CC2-4B99-9223-9EDDD471080F}" type="pres">
      <dgm:prSet presAssocID="{7DDBB500-22B1-4FA5-AEF2-D06CD28B960A}" presName="parTx" presStyleLbl="revTx" presStyleIdx="0" presStyleCnt="3">
        <dgm:presLayoutVars>
          <dgm:chMax val="0"/>
          <dgm:chPref val="0"/>
        </dgm:presLayoutVars>
      </dgm:prSet>
      <dgm:spPr/>
    </dgm:pt>
    <dgm:pt modelId="{F62CB9A0-F7DE-40DE-AB0A-E6F4F4381EEB}" type="pres">
      <dgm:prSet presAssocID="{897D9B17-E024-42D5-A276-6810A365158F}" presName="sibTrans" presStyleCnt="0"/>
      <dgm:spPr/>
    </dgm:pt>
    <dgm:pt modelId="{75F8659C-02AD-48D9-8E19-6832A1A00A28}" type="pres">
      <dgm:prSet presAssocID="{FA7050A4-836F-4E75-86B0-DE9E33161BDE}" presName="compNode" presStyleCnt="0"/>
      <dgm:spPr/>
    </dgm:pt>
    <dgm:pt modelId="{DFD4DF10-82F6-4930-AFB4-3322F52FA57B}" type="pres">
      <dgm:prSet presAssocID="{FA7050A4-836F-4E75-86B0-DE9E33161BDE}" presName="bgRect" presStyleLbl="bgShp" presStyleIdx="1" presStyleCnt="3"/>
      <dgm:spPr/>
    </dgm:pt>
    <dgm:pt modelId="{C0214354-4E06-437D-BB96-C7BB52931F5D}" type="pres">
      <dgm:prSet presAssocID="{FA7050A4-836F-4E75-86B0-DE9E33161BD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ED57F02-B63C-4680-9A12-6FB9BB5E8915}" type="pres">
      <dgm:prSet presAssocID="{FA7050A4-836F-4E75-86B0-DE9E33161BDE}" presName="spaceRect" presStyleCnt="0"/>
      <dgm:spPr/>
    </dgm:pt>
    <dgm:pt modelId="{20973528-5469-49B8-932C-29BB6BE5D84E}" type="pres">
      <dgm:prSet presAssocID="{FA7050A4-836F-4E75-86B0-DE9E33161BDE}" presName="parTx" presStyleLbl="revTx" presStyleIdx="1" presStyleCnt="3">
        <dgm:presLayoutVars>
          <dgm:chMax val="0"/>
          <dgm:chPref val="0"/>
        </dgm:presLayoutVars>
      </dgm:prSet>
      <dgm:spPr/>
    </dgm:pt>
    <dgm:pt modelId="{EE2A39F5-8477-4107-B8AC-AAC712E56E5B}" type="pres">
      <dgm:prSet presAssocID="{C2E3D5E1-6F1E-43CD-A34A-0FF6ADFC6C35}" presName="sibTrans" presStyleCnt="0"/>
      <dgm:spPr/>
    </dgm:pt>
    <dgm:pt modelId="{0A54C081-6141-4184-A27C-83E906A6FF41}" type="pres">
      <dgm:prSet presAssocID="{B8B8891F-AA07-4B8D-A4BA-20C06DF95F27}" presName="compNode" presStyleCnt="0"/>
      <dgm:spPr/>
    </dgm:pt>
    <dgm:pt modelId="{00D9DF97-7555-48DE-BC4C-2E97EE8FAD6A}" type="pres">
      <dgm:prSet presAssocID="{B8B8891F-AA07-4B8D-A4BA-20C06DF95F27}" presName="bgRect" presStyleLbl="bgShp" presStyleIdx="2" presStyleCnt="3"/>
      <dgm:spPr/>
    </dgm:pt>
    <dgm:pt modelId="{1D6FD993-CA80-4467-B1A7-F3A2F14930D7}" type="pres">
      <dgm:prSet presAssocID="{B8B8891F-AA07-4B8D-A4BA-20C06DF95F2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FE90915-F6B6-4F89-BB70-11150B55B813}" type="pres">
      <dgm:prSet presAssocID="{B8B8891F-AA07-4B8D-A4BA-20C06DF95F27}" presName="spaceRect" presStyleCnt="0"/>
      <dgm:spPr/>
    </dgm:pt>
    <dgm:pt modelId="{35008519-B61D-4C4B-869F-5A08B08AC3F7}" type="pres">
      <dgm:prSet presAssocID="{B8B8891F-AA07-4B8D-A4BA-20C06DF95F2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F34C590-C37B-42CA-BAB4-1DBA42EE1071}" srcId="{118CFDAC-C84A-463D-8851-AE4F31338D03}" destId="{7DDBB500-22B1-4FA5-AEF2-D06CD28B960A}" srcOrd="0" destOrd="0" parTransId="{4958AE51-11F2-435E-8451-4AB8E4D4DF1E}" sibTransId="{897D9B17-E024-42D5-A276-6810A365158F}"/>
    <dgm:cxn modelId="{7D1ACE98-F016-4369-A81B-9E0554C3D6EF}" type="presOf" srcId="{118CFDAC-C84A-463D-8851-AE4F31338D03}" destId="{1565000B-4171-46E2-95CC-C6EB6B3FBD40}" srcOrd="0" destOrd="0" presId="urn:microsoft.com/office/officeart/2018/2/layout/IconVerticalSolidList"/>
    <dgm:cxn modelId="{1CDB54B9-A84E-4223-BC07-F9B05E3A9889}" srcId="{118CFDAC-C84A-463D-8851-AE4F31338D03}" destId="{FA7050A4-836F-4E75-86B0-DE9E33161BDE}" srcOrd="1" destOrd="0" parTransId="{BC721180-895D-4EE9-BF78-E09972F0F548}" sibTransId="{C2E3D5E1-6F1E-43CD-A34A-0FF6ADFC6C35}"/>
    <dgm:cxn modelId="{D04DD2C3-977D-41BE-913E-F5A70597569B}" type="presOf" srcId="{7DDBB500-22B1-4FA5-AEF2-D06CD28B960A}" destId="{E2FAB596-2CC2-4B99-9223-9EDDD471080F}" srcOrd="0" destOrd="0" presId="urn:microsoft.com/office/officeart/2018/2/layout/IconVerticalSolidList"/>
    <dgm:cxn modelId="{DB247CCA-65AF-4306-966E-310EB75B6C5A}" srcId="{118CFDAC-C84A-463D-8851-AE4F31338D03}" destId="{B8B8891F-AA07-4B8D-A4BA-20C06DF95F27}" srcOrd="2" destOrd="0" parTransId="{36314298-98F3-4855-AAD6-68B042AF9B0D}" sibTransId="{D66E3C29-63C2-4CAB-94CD-262AFCBC976F}"/>
    <dgm:cxn modelId="{710D33DF-E329-4674-95F1-3157C84D9611}" type="presOf" srcId="{FA7050A4-836F-4E75-86B0-DE9E33161BDE}" destId="{20973528-5469-49B8-932C-29BB6BE5D84E}" srcOrd="0" destOrd="0" presId="urn:microsoft.com/office/officeart/2018/2/layout/IconVerticalSolidList"/>
    <dgm:cxn modelId="{1A802CEF-C9DF-49A1-9979-47B37BE086D8}" type="presOf" srcId="{B8B8891F-AA07-4B8D-A4BA-20C06DF95F27}" destId="{35008519-B61D-4C4B-869F-5A08B08AC3F7}" srcOrd="0" destOrd="0" presId="urn:microsoft.com/office/officeart/2018/2/layout/IconVerticalSolidList"/>
    <dgm:cxn modelId="{4A68DB48-E170-45E0-9771-8A724F6B404E}" type="presParOf" srcId="{1565000B-4171-46E2-95CC-C6EB6B3FBD40}" destId="{6100F03B-9A06-4808-872D-BEE01436EA38}" srcOrd="0" destOrd="0" presId="urn:microsoft.com/office/officeart/2018/2/layout/IconVerticalSolidList"/>
    <dgm:cxn modelId="{72C4A69C-564D-42B1-A710-9B0DCD9AB023}" type="presParOf" srcId="{6100F03B-9A06-4808-872D-BEE01436EA38}" destId="{250A5AEE-FB41-4532-BA4F-4B2E2816438A}" srcOrd="0" destOrd="0" presId="urn:microsoft.com/office/officeart/2018/2/layout/IconVerticalSolidList"/>
    <dgm:cxn modelId="{BF6A0BD5-D1E9-4258-B18D-235D2B059971}" type="presParOf" srcId="{6100F03B-9A06-4808-872D-BEE01436EA38}" destId="{A815A26E-1B01-40D4-B491-E83EBDD76E64}" srcOrd="1" destOrd="0" presId="urn:microsoft.com/office/officeart/2018/2/layout/IconVerticalSolidList"/>
    <dgm:cxn modelId="{8AC7C254-65E0-407B-8392-F711FF7C01EE}" type="presParOf" srcId="{6100F03B-9A06-4808-872D-BEE01436EA38}" destId="{3EBC40F5-7FFF-459D-9F71-8AD38E46A100}" srcOrd="2" destOrd="0" presId="urn:microsoft.com/office/officeart/2018/2/layout/IconVerticalSolidList"/>
    <dgm:cxn modelId="{656594AA-3D6E-4B68-B393-0EC66D5264AC}" type="presParOf" srcId="{6100F03B-9A06-4808-872D-BEE01436EA38}" destId="{E2FAB596-2CC2-4B99-9223-9EDDD471080F}" srcOrd="3" destOrd="0" presId="urn:microsoft.com/office/officeart/2018/2/layout/IconVerticalSolidList"/>
    <dgm:cxn modelId="{7A27171B-1A37-45BC-8500-A8387A9642FD}" type="presParOf" srcId="{1565000B-4171-46E2-95CC-C6EB6B3FBD40}" destId="{F62CB9A0-F7DE-40DE-AB0A-E6F4F4381EEB}" srcOrd="1" destOrd="0" presId="urn:microsoft.com/office/officeart/2018/2/layout/IconVerticalSolidList"/>
    <dgm:cxn modelId="{8AD541CE-F361-414E-B5B3-9EAAA19E39F4}" type="presParOf" srcId="{1565000B-4171-46E2-95CC-C6EB6B3FBD40}" destId="{75F8659C-02AD-48D9-8E19-6832A1A00A28}" srcOrd="2" destOrd="0" presId="urn:microsoft.com/office/officeart/2018/2/layout/IconVerticalSolidList"/>
    <dgm:cxn modelId="{25C29744-C640-4BF4-99CB-C37EB03058BD}" type="presParOf" srcId="{75F8659C-02AD-48D9-8E19-6832A1A00A28}" destId="{DFD4DF10-82F6-4930-AFB4-3322F52FA57B}" srcOrd="0" destOrd="0" presId="urn:microsoft.com/office/officeart/2018/2/layout/IconVerticalSolidList"/>
    <dgm:cxn modelId="{A7EAAF6C-F8F5-4CCA-9B83-F3605A772FFF}" type="presParOf" srcId="{75F8659C-02AD-48D9-8E19-6832A1A00A28}" destId="{C0214354-4E06-437D-BB96-C7BB52931F5D}" srcOrd="1" destOrd="0" presId="urn:microsoft.com/office/officeart/2018/2/layout/IconVerticalSolidList"/>
    <dgm:cxn modelId="{BFF1018A-C6ED-450D-844A-ABDBBC1543E9}" type="presParOf" srcId="{75F8659C-02AD-48D9-8E19-6832A1A00A28}" destId="{8ED57F02-B63C-4680-9A12-6FB9BB5E8915}" srcOrd="2" destOrd="0" presId="urn:microsoft.com/office/officeart/2018/2/layout/IconVerticalSolidList"/>
    <dgm:cxn modelId="{FEA27F66-20EA-4414-B10C-E4BDC52ED4EF}" type="presParOf" srcId="{75F8659C-02AD-48D9-8E19-6832A1A00A28}" destId="{20973528-5469-49B8-932C-29BB6BE5D84E}" srcOrd="3" destOrd="0" presId="urn:microsoft.com/office/officeart/2018/2/layout/IconVerticalSolidList"/>
    <dgm:cxn modelId="{4FCACF85-3F94-485A-9A32-8CA51BB77C5F}" type="presParOf" srcId="{1565000B-4171-46E2-95CC-C6EB6B3FBD40}" destId="{EE2A39F5-8477-4107-B8AC-AAC712E56E5B}" srcOrd="3" destOrd="0" presId="urn:microsoft.com/office/officeart/2018/2/layout/IconVerticalSolidList"/>
    <dgm:cxn modelId="{BBBBF07F-7693-4361-9025-C9489577AFE1}" type="presParOf" srcId="{1565000B-4171-46E2-95CC-C6EB6B3FBD40}" destId="{0A54C081-6141-4184-A27C-83E906A6FF41}" srcOrd="4" destOrd="0" presId="urn:microsoft.com/office/officeart/2018/2/layout/IconVerticalSolidList"/>
    <dgm:cxn modelId="{BCCC1E02-E43A-4EC8-BFED-1DDF92ED880C}" type="presParOf" srcId="{0A54C081-6141-4184-A27C-83E906A6FF41}" destId="{00D9DF97-7555-48DE-BC4C-2E97EE8FAD6A}" srcOrd="0" destOrd="0" presId="urn:microsoft.com/office/officeart/2018/2/layout/IconVerticalSolidList"/>
    <dgm:cxn modelId="{94A8B00D-ED7E-4FBB-BEB8-CC09494247A1}" type="presParOf" srcId="{0A54C081-6141-4184-A27C-83E906A6FF41}" destId="{1D6FD993-CA80-4467-B1A7-F3A2F14930D7}" srcOrd="1" destOrd="0" presId="urn:microsoft.com/office/officeart/2018/2/layout/IconVerticalSolidList"/>
    <dgm:cxn modelId="{966A243B-0273-4BD1-8517-7492921DACA0}" type="presParOf" srcId="{0A54C081-6141-4184-A27C-83E906A6FF41}" destId="{0FE90915-F6B6-4F89-BB70-11150B55B813}" srcOrd="2" destOrd="0" presId="urn:microsoft.com/office/officeart/2018/2/layout/IconVerticalSolidList"/>
    <dgm:cxn modelId="{DD5AAA8A-A543-435B-A073-8F7481D3D4C7}" type="presParOf" srcId="{0A54C081-6141-4184-A27C-83E906A6FF41}" destId="{35008519-B61D-4C4B-869F-5A08B08AC3F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5917B73-7E09-4509-9FF8-8B6BC8223F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C1B84EF-FE5F-4198-8ABB-7814AC93E1D0}">
      <dgm:prSet/>
      <dgm:spPr/>
      <dgm:t>
        <a:bodyPr/>
        <a:lstStyle/>
        <a:p>
          <a:r>
            <a:rPr lang="en-US" b="0" i="0"/>
            <a:t>Highly scalable, managed container orchestration service</a:t>
          </a:r>
          <a:endParaRPr lang="en-US"/>
        </a:p>
      </dgm:t>
    </dgm:pt>
    <dgm:pt modelId="{CD36B2C9-CFD3-44CA-8355-25D4EB13B7DA}" type="parTrans" cxnId="{602020D0-129B-4C68-8FED-96AE420D4240}">
      <dgm:prSet/>
      <dgm:spPr/>
      <dgm:t>
        <a:bodyPr/>
        <a:lstStyle/>
        <a:p>
          <a:endParaRPr lang="en-US"/>
        </a:p>
      </dgm:t>
    </dgm:pt>
    <dgm:pt modelId="{7CAA465F-BA79-45DF-BAA2-AD51ED6C76C5}" type="sibTrans" cxnId="{602020D0-129B-4C68-8FED-96AE420D4240}">
      <dgm:prSet/>
      <dgm:spPr/>
      <dgm:t>
        <a:bodyPr/>
        <a:lstStyle/>
        <a:p>
          <a:endParaRPr lang="en-US"/>
        </a:p>
      </dgm:t>
    </dgm:pt>
    <dgm:pt modelId="{9DE1A18E-CA14-45DC-A75D-F991B2ACF504}">
      <dgm:prSet/>
      <dgm:spPr/>
      <dgm:t>
        <a:bodyPr/>
        <a:lstStyle/>
        <a:p>
          <a:r>
            <a:rPr lang="en-US" b="0" i="0"/>
            <a:t>Task Definition: blueprint describing containers (image, CPU/memory, ports, environment variables, volumes)</a:t>
          </a:r>
          <a:endParaRPr lang="en-US"/>
        </a:p>
      </dgm:t>
    </dgm:pt>
    <dgm:pt modelId="{A60823B1-8D18-4025-8CE6-3A6BE699F357}" type="parTrans" cxnId="{26A3322A-53AC-4C19-BB43-D5B5952D80C2}">
      <dgm:prSet/>
      <dgm:spPr/>
      <dgm:t>
        <a:bodyPr/>
        <a:lstStyle/>
        <a:p>
          <a:endParaRPr lang="en-US"/>
        </a:p>
      </dgm:t>
    </dgm:pt>
    <dgm:pt modelId="{70C2D54F-FAA4-4E3D-B97A-109D4058570D}" type="sibTrans" cxnId="{26A3322A-53AC-4C19-BB43-D5B5952D80C2}">
      <dgm:prSet/>
      <dgm:spPr/>
      <dgm:t>
        <a:bodyPr/>
        <a:lstStyle/>
        <a:p>
          <a:endParaRPr lang="en-US"/>
        </a:p>
      </dgm:t>
    </dgm:pt>
    <dgm:pt modelId="{76E9039A-E0D5-485A-85A4-3378A8A4BAEE}">
      <dgm:prSet/>
      <dgm:spPr/>
      <dgm:t>
        <a:bodyPr/>
        <a:lstStyle/>
        <a:p>
          <a:r>
            <a:rPr lang="en-US" b="0" i="0"/>
            <a:t>Task: running instance of a task definition</a:t>
          </a:r>
          <a:endParaRPr lang="en-US"/>
        </a:p>
      </dgm:t>
    </dgm:pt>
    <dgm:pt modelId="{6F08FE1B-DEEE-4C71-AEDE-B52BDA54B138}" type="parTrans" cxnId="{F06977A0-A99E-4A0E-A101-CDFEB3712106}">
      <dgm:prSet/>
      <dgm:spPr/>
      <dgm:t>
        <a:bodyPr/>
        <a:lstStyle/>
        <a:p>
          <a:endParaRPr lang="en-US"/>
        </a:p>
      </dgm:t>
    </dgm:pt>
    <dgm:pt modelId="{103BCDCE-F488-462D-84F8-9B8C277CB9E5}" type="sibTrans" cxnId="{F06977A0-A99E-4A0E-A101-CDFEB3712106}">
      <dgm:prSet/>
      <dgm:spPr/>
      <dgm:t>
        <a:bodyPr/>
        <a:lstStyle/>
        <a:p>
          <a:endParaRPr lang="en-US"/>
        </a:p>
      </dgm:t>
    </dgm:pt>
    <dgm:pt modelId="{4A3F6762-AABF-49D5-A6CF-F6276AED88E9}">
      <dgm:prSet/>
      <dgm:spPr/>
      <dgm:t>
        <a:bodyPr/>
        <a:lstStyle/>
        <a:p>
          <a:r>
            <a:rPr lang="en-US" b="0" i="0"/>
            <a:t>Service: maintains desired task count and handles rolling deployments</a:t>
          </a:r>
          <a:endParaRPr lang="en-US"/>
        </a:p>
      </dgm:t>
    </dgm:pt>
    <dgm:pt modelId="{A8C14A9C-7A4E-4056-830B-D83CE25D436E}" type="parTrans" cxnId="{DABC0682-A65A-4710-AE32-88972A346C1C}">
      <dgm:prSet/>
      <dgm:spPr/>
      <dgm:t>
        <a:bodyPr/>
        <a:lstStyle/>
        <a:p>
          <a:endParaRPr lang="en-US"/>
        </a:p>
      </dgm:t>
    </dgm:pt>
    <dgm:pt modelId="{59382C63-59C8-4FE6-A005-C7BFA8EBAFAC}" type="sibTrans" cxnId="{DABC0682-A65A-4710-AE32-88972A346C1C}">
      <dgm:prSet/>
      <dgm:spPr/>
      <dgm:t>
        <a:bodyPr/>
        <a:lstStyle/>
        <a:p>
          <a:endParaRPr lang="en-US"/>
        </a:p>
      </dgm:t>
    </dgm:pt>
    <dgm:pt modelId="{9F889364-0F92-4782-81F6-C58F205D586D}">
      <dgm:prSet/>
      <dgm:spPr/>
      <dgm:t>
        <a:bodyPr/>
        <a:lstStyle/>
        <a:p>
          <a:r>
            <a:rPr lang="en-US" b="0" i="0"/>
            <a:t>Cluster: logical grouping of resources (Fargate or EC2 instances)</a:t>
          </a:r>
          <a:endParaRPr lang="en-US"/>
        </a:p>
      </dgm:t>
    </dgm:pt>
    <dgm:pt modelId="{6C8CD3B6-FD4E-4137-96E3-0B7C90C80EF7}" type="parTrans" cxnId="{8AD9787C-AD40-449F-A031-21E4406CDC82}">
      <dgm:prSet/>
      <dgm:spPr/>
      <dgm:t>
        <a:bodyPr/>
        <a:lstStyle/>
        <a:p>
          <a:endParaRPr lang="en-US"/>
        </a:p>
      </dgm:t>
    </dgm:pt>
    <dgm:pt modelId="{49A9D776-BB58-408C-B20A-16F6E4F15F5C}" type="sibTrans" cxnId="{8AD9787C-AD40-449F-A031-21E4406CDC82}">
      <dgm:prSet/>
      <dgm:spPr/>
      <dgm:t>
        <a:bodyPr/>
        <a:lstStyle/>
        <a:p>
          <a:endParaRPr lang="en-US"/>
        </a:p>
      </dgm:t>
    </dgm:pt>
    <dgm:pt modelId="{9CD71AD7-D019-4D26-ABE1-832F20860F88}" type="pres">
      <dgm:prSet presAssocID="{85917B73-7E09-4509-9FF8-8B6BC8223FA9}" presName="root" presStyleCnt="0">
        <dgm:presLayoutVars>
          <dgm:dir/>
          <dgm:resizeHandles val="exact"/>
        </dgm:presLayoutVars>
      </dgm:prSet>
      <dgm:spPr/>
    </dgm:pt>
    <dgm:pt modelId="{D7628C72-19F7-4CFE-9A97-0E4BE1AC9534}" type="pres">
      <dgm:prSet presAssocID="{EC1B84EF-FE5F-4198-8ABB-7814AC93E1D0}" presName="compNode" presStyleCnt="0"/>
      <dgm:spPr/>
    </dgm:pt>
    <dgm:pt modelId="{EF3C31F5-53A6-4F5B-BCCA-310F3BE98625}" type="pres">
      <dgm:prSet presAssocID="{EC1B84EF-FE5F-4198-8ABB-7814AC93E1D0}" presName="bgRect" presStyleLbl="bgShp" presStyleIdx="0" presStyleCnt="5"/>
      <dgm:spPr/>
    </dgm:pt>
    <dgm:pt modelId="{429246E0-A0AA-47AE-9F11-D8974213F402}" type="pres">
      <dgm:prSet presAssocID="{EC1B84EF-FE5F-4198-8ABB-7814AC93E1D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51B7FCF-BEBC-4A1E-BFCD-6997DF6E9907}" type="pres">
      <dgm:prSet presAssocID="{EC1B84EF-FE5F-4198-8ABB-7814AC93E1D0}" presName="spaceRect" presStyleCnt="0"/>
      <dgm:spPr/>
    </dgm:pt>
    <dgm:pt modelId="{0FDA1205-DF56-4A13-8BEB-FFC3717007A0}" type="pres">
      <dgm:prSet presAssocID="{EC1B84EF-FE5F-4198-8ABB-7814AC93E1D0}" presName="parTx" presStyleLbl="revTx" presStyleIdx="0" presStyleCnt="5">
        <dgm:presLayoutVars>
          <dgm:chMax val="0"/>
          <dgm:chPref val="0"/>
        </dgm:presLayoutVars>
      </dgm:prSet>
      <dgm:spPr/>
    </dgm:pt>
    <dgm:pt modelId="{5D6E7A32-353E-414D-BCF9-DB355ED68C69}" type="pres">
      <dgm:prSet presAssocID="{7CAA465F-BA79-45DF-BAA2-AD51ED6C76C5}" presName="sibTrans" presStyleCnt="0"/>
      <dgm:spPr/>
    </dgm:pt>
    <dgm:pt modelId="{F7DEF4C1-06C2-4F86-A8DB-1107A275D607}" type="pres">
      <dgm:prSet presAssocID="{9DE1A18E-CA14-45DC-A75D-F991B2ACF504}" presName="compNode" presStyleCnt="0"/>
      <dgm:spPr/>
    </dgm:pt>
    <dgm:pt modelId="{B612D88F-054A-4A01-9090-8DF70C76662D}" type="pres">
      <dgm:prSet presAssocID="{9DE1A18E-CA14-45DC-A75D-F991B2ACF504}" presName="bgRect" presStyleLbl="bgShp" presStyleIdx="1" presStyleCnt="5"/>
      <dgm:spPr/>
    </dgm:pt>
    <dgm:pt modelId="{951C627A-D7BE-40BD-9412-F73854CE6506}" type="pres">
      <dgm:prSet presAssocID="{9DE1A18E-CA14-45DC-A75D-F991B2ACF50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E159B7D-8B3E-447A-BD92-A7E531AD0ABF}" type="pres">
      <dgm:prSet presAssocID="{9DE1A18E-CA14-45DC-A75D-F991B2ACF504}" presName="spaceRect" presStyleCnt="0"/>
      <dgm:spPr/>
    </dgm:pt>
    <dgm:pt modelId="{16E8F209-DB4F-48DE-B91C-F90EC829614F}" type="pres">
      <dgm:prSet presAssocID="{9DE1A18E-CA14-45DC-A75D-F991B2ACF504}" presName="parTx" presStyleLbl="revTx" presStyleIdx="1" presStyleCnt="5">
        <dgm:presLayoutVars>
          <dgm:chMax val="0"/>
          <dgm:chPref val="0"/>
        </dgm:presLayoutVars>
      </dgm:prSet>
      <dgm:spPr/>
    </dgm:pt>
    <dgm:pt modelId="{ADD28FA8-7CA4-43E2-978B-D5CCDE303F0B}" type="pres">
      <dgm:prSet presAssocID="{70C2D54F-FAA4-4E3D-B97A-109D4058570D}" presName="sibTrans" presStyleCnt="0"/>
      <dgm:spPr/>
    </dgm:pt>
    <dgm:pt modelId="{BB2C45AA-A826-4E39-893E-9ECC7374AC2D}" type="pres">
      <dgm:prSet presAssocID="{76E9039A-E0D5-485A-85A4-3378A8A4BAEE}" presName="compNode" presStyleCnt="0"/>
      <dgm:spPr/>
    </dgm:pt>
    <dgm:pt modelId="{E8AAE119-A062-4669-90F5-3A4DF53E944A}" type="pres">
      <dgm:prSet presAssocID="{76E9039A-E0D5-485A-85A4-3378A8A4BAEE}" presName="bgRect" presStyleLbl="bgShp" presStyleIdx="2" presStyleCnt="5"/>
      <dgm:spPr/>
    </dgm:pt>
    <dgm:pt modelId="{AB33214A-43D9-4EDD-9206-EA923DCBF3F6}" type="pres">
      <dgm:prSet presAssocID="{76E9039A-E0D5-485A-85A4-3378A8A4BAE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94F7C4E6-9F12-4114-A413-0CE74C165356}" type="pres">
      <dgm:prSet presAssocID="{76E9039A-E0D5-485A-85A4-3378A8A4BAEE}" presName="spaceRect" presStyleCnt="0"/>
      <dgm:spPr/>
    </dgm:pt>
    <dgm:pt modelId="{B8E91FBB-5E52-43B8-95CA-C623ACE7FC71}" type="pres">
      <dgm:prSet presAssocID="{76E9039A-E0D5-485A-85A4-3378A8A4BAEE}" presName="parTx" presStyleLbl="revTx" presStyleIdx="2" presStyleCnt="5">
        <dgm:presLayoutVars>
          <dgm:chMax val="0"/>
          <dgm:chPref val="0"/>
        </dgm:presLayoutVars>
      </dgm:prSet>
      <dgm:spPr/>
    </dgm:pt>
    <dgm:pt modelId="{77FFFD42-65A3-48C8-BDEE-D89359500898}" type="pres">
      <dgm:prSet presAssocID="{103BCDCE-F488-462D-84F8-9B8C277CB9E5}" presName="sibTrans" presStyleCnt="0"/>
      <dgm:spPr/>
    </dgm:pt>
    <dgm:pt modelId="{86AE9FC7-A664-44E8-A88F-996CEB764756}" type="pres">
      <dgm:prSet presAssocID="{4A3F6762-AABF-49D5-A6CF-F6276AED88E9}" presName="compNode" presStyleCnt="0"/>
      <dgm:spPr/>
    </dgm:pt>
    <dgm:pt modelId="{8013F06C-8C33-46B7-AFCC-08A5BDF01750}" type="pres">
      <dgm:prSet presAssocID="{4A3F6762-AABF-49D5-A6CF-F6276AED88E9}" presName="bgRect" presStyleLbl="bgShp" presStyleIdx="3" presStyleCnt="5"/>
      <dgm:spPr/>
    </dgm:pt>
    <dgm:pt modelId="{D6BE5336-3CD8-4D97-8C31-FA3322AC4390}" type="pres">
      <dgm:prSet presAssocID="{4A3F6762-AABF-49D5-A6CF-F6276AED88E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7955E313-FA28-454F-ABFF-7ECEA305AD09}" type="pres">
      <dgm:prSet presAssocID="{4A3F6762-AABF-49D5-A6CF-F6276AED88E9}" presName="spaceRect" presStyleCnt="0"/>
      <dgm:spPr/>
    </dgm:pt>
    <dgm:pt modelId="{163271B6-9FD4-4119-B030-73B35D140419}" type="pres">
      <dgm:prSet presAssocID="{4A3F6762-AABF-49D5-A6CF-F6276AED88E9}" presName="parTx" presStyleLbl="revTx" presStyleIdx="3" presStyleCnt="5">
        <dgm:presLayoutVars>
          <dgm:chMax val="0"/>
          <dgm:chPref val="0"/>
        </dgm:presLayoutVars>
      </dgm:prSet>
      <dgm:spPr/>
    </dgm:pt>
    <dgm:pt modelId="{8FA8F8CA-07C0-4E05-B776-30E14FB8CE0B}" type="pres">
      <dgm:prSet presAssocID="{59382C63-59C8-4FE6-A005-C7BFA8EBAFAC}" presName="sibTrans" presStyleCnt="0"/>
      <dgm:spPr/>
    </dgm:pt>
    <dgm:pt modelId="{2E0CD804-6E21-4997-99B2-D474AA33CCD9}" type="pres">
      <dgm:prSet presAssocID="{9F889364-0F92-4782-81F6-C58F205D586D}" presName="compNode" presStyleCnt="0"/>
      <dgm:spPr/>
    </dgm:pt>
    <dgm:pt modelId="{EAB9B768-0085-4B83-B6E2-83A89BB200AA}" type="pres">
      <dgm:prSet presAssocID="{9F889364-0F92-4782-81F6-C58F205D586D}" presName="bgRect" presStyleLbl="bgShp" presStyleIdx="4" presStyleCnt="5"/>
      <dgm:spPr/>
    </dgm:pt>
    <dgm:pt modelId="{ED5BF6A7-BA6E-4BDA-83A0-D2C8B9A3E7CF}" type="pres">
      <dgm:prSet presAssocID="{9F889364-0F92-4782-81F6-C58F205D586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9BDB36E1-E6FD-4AFB-A455-260E5C12DD46}" type="pres">
      <dgm:prSet presAssocID="{9F889364-0F92-4782-81F6-C58F205D586D}" presName="spaceRect" presStyleCnt="0"/>
      <dgm:spPr/>
    </dgm:pt>
    <dgm:pt modelId="{F8EE300F-BDB2-4743-9E08-AA52BCE7B386}" type="pres">
      <dgm:prSet presAssocID="{9F889364-0F92-4782-81F6-C58F205D586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6A3322A-53AC-4C19-BB43-D5B5952D80C2}" srcId="{85917B73-7E09-4509-9FF8-8B6BC8223FA9}" destId="{9DE1A18E-CA14-45DC-A75D-F991B2ACF504}" srcOrd="1" destOrd="0" parTransId="{A60823B1-8D18-4025-8CE6-3A6BE699F357}" sibTransId="{70C2D54F-FAA4-4E3D-B97A-109D4058570D}"/>
    <dgm:cxn modelId="{8AD9787C-AD40-449F-A031-21E4406CDC82}" srcId="{85917B73-7E09-4509-9FF8-8B6BC8223FA9}" destId="{9F889364-0F92-4782-81F6-C58F205D586D}" srcOrd="4" destOrd="0" parTransId="{6C8CD3B6-FD4E-4137-96E3-0B7C90C80EF7}" sibTransId="{49A9D776-BB58-408C-B20A-16F6E4F15F5C}"/>
    <dgm:cxn modelId="{DABC0682-A65A-4710-AE32-88972A346C1C}" srcId="{85917B73-7E09-4509-9FF8-8B6BC8223FA9}" destId="{4A3F6762-AABF-49D5-A6CF-F6276AED88E9}" srcOrd="3" destOrd="0" parTransId="{A8C14A9C-7A4E-4056-830B-D83CE25D436E}" sibTransId="{59382C63-59C8-4FE6-A005-C7BFA8EBAFAC}"/>
    <dgm:cxn modelId="{411B1F90-2F84-43F6-845B-98CB706656B5}" type="presOf" srcId="{EC1B84EF-FE5F-4198-8ABB-7814AC93E1D0}" destId="{0FDA1205-DF56-4A13-8BEB-FFC3717007A0}" srcOrd="0" destOrd="0" presId="urn:microsoft.com/office/officeart/2018/2/layout/IconVerticalSolidList"/>
    <dgm:cxn modelId="{F06977A0-A99E-4A0E-A101-CDFEB3712106}" srcId="{85917B73-7E09-4509-9FF8-8B6BC8223FA9}" destId="{76E9039A-E0D5-485A-85A4-3378A8A4BAEE}" srcOrd="2" destOrd="0" parTransId="{6F08FE1B-DEEE-4C71-AEDE-B52BDA54B138}" sibTransId="{103BCDCE-F488-462D-84F8-9B8C277CB9E5}"/>
    <dgm:cxn modelId="{EF831EA3-DAB3-4C27-81FF-6E5BB03167CE}" type="presOf" srcId="{9DE1A18E-CA14-45DC-A75D-F991B2ACF504}" destId="{16E8F209-DB4F-48DE-B91C-F90EC829614F}" srcOrd="0" destOrd="0" presId="urn:microsoft.com/office/officeart/2018/2/layout/IconVerticalSolidList"/>
    <dgm:cxn modelId="{CE7C01B2-6014-4427-902C-2231CEE15098}" type="presOf" srcId="{4A3F6762-AABF-49D5-A6CF-F6276AED88E9}" destId="{163271B6-9FD4-4119-B030-73B35D140419}" srcOrd="0" destOrd="0" presId="urn:microsoft.com/office/officeart/2018/2/layout/IconVerticalSolidList"/>
    <dgm:cxn modelId="{589DBFC8-5FB4-4B42-90EB-D37DFBE8DF9C}" type="presOf" srcId="{85917B73-7E09-4509-9FF8-8B6BC8223FA9}" destId="{9CD71AD7-D019-4D26-ABE1-832F20860F88}" srcOrd="0" destOrd="0" presId="urn:microsoft.com/office/officeart/2018/2/layout/IconVerticalSolidList"/>
    <dgm:cxn modelId="{602020D0-129B-4C68-8FED-96AE420D4240}" srcId="{85917B73-7E09-4509-9FF8-8B6BC8223FA9}" destId="{EC1B84EF-FE5F-4198-8ABB-7814AC93E1D0}" srcOrd="0" destOrd="0" parTransId="{CD36B2C9-CFD3-44CA-8355-25D4EB13B7DA}" sibTransId="{7CAA465F-BA79-45DF-BAA2-AD51ED6C76C5}"/>
    <dgm:cxn modelId="{ABD332DE-35E3-4036-909C-A037472D1304}" type="presOf" srcId="{76E9039A-E0D5-485A-85A4-3378A8A4BAEE}" destId="{B8E91FBB-5E52-43B8-95CA-C623ACE7FC71}" srcOrd="0" destOrd="0" presId="urn:microsoft.com/office/officeart/2018/2/layout/IconVerticalSolidList"/>
    <dgm:cxn modelId="{802D68E0-C48B-413A-847E-BFACADF43539}" type="presOf" srcId="{9F889364-0F92-4782-81F6-C58F205D586D}" destId="{F8EE300F-BDB2-4743-9E08-AA52BCE7B386}" srcOrd="0" destOrd="0" presId="urn:microsoft.com/office/officeart/2018/2/layout/IconVerticalSolidList"/>
    <dgm:cxn modelId="{44200177-A721-4C6B-930F-973285329ECA}" type="presParOf" srcId="{9CD71AD7-D019-4D26-ABE1-832F20860F88}" destId="{D7628C72-19F7-4CFE-9A97-0E4BE1AC9534}" srcOrd="0" destOrd="0" presId="urn:microsoft.com/office/officeart/2018/2/layout/IconVerticalSolidList"/>
    <dgm:cxn modelId="{E7F96620-AA94-45F8-9325-DB7BBB04D8C5}" type="presParOf" srcId="{D7628C72-19F7-4CFE-9A97-0E4BE1AC9534}" destId="{EF3C31F5-53A6-4F5B-BCCA-310F3BE98625}" srcOrd="0" destOrd="0" presId="urn:microsoft.com/office/officeart/2018/2/layout/IconVerticalSolidList"/>
    <dgm:cxn modelId="{3D260BA3-7076-449D-ABE9-5065BF228511}" type="presParOf" srcId="{D7628C72-19F7-4CFE-9A97-0E4BE1AC9534}" destId="{429246E0-A0AA-47AE-9F11-D8974213F402}" srcOrd="1" destOrd="0" presId="urn:microsoft.com/office/officeart/2018/2/layout/IconVerticalSolidList"/>
    <dgm:cxn modelId="{971CF5B2-7779-4532-B0F5-FFFAC7698424}" type="presParOf" srcId="{D7628C72-19F7-4CFE-9A97-0E4BE1AC9534}" destId="{551B7FCF-BEBC-4A1E-BFCD-6997DF6E9907}" srcOrd="2" destOrd="0" presId="urn:microsoft.com/office/officeart/2018/2/layout/IconVerticalSolidList"/>
    <dgm:cxn modelId="{B5361C63-43A2-4EBE-B61E-FB2F3EBABD24}" type="presParOf" srcId="{D7628C72-19F7-4CFE-9A97-0E4BE1AC9534}" destId="{0FDA1205-DF56-4A13-8BEB-FFC3717007A0}" srcOrd="3" destOrd="0" presId="urn:microsoft.com/office/officeart/2018/2/layout/IconVerticalSolidList"/>
    <dgm:cxn modelId="{C774D8AD-2F06-494A-B36E-D8DE1BB053B8}" type="presParOf" srcId="{9CD71AD7-D019-4D26-ABE1-832F20860F88}" destId="{5D6E7A32-353E-414D-BCF9-DB355ED68C69}" srcOrd="1" destOrd="0" presId="urn:microsoft.com/office/officeart/2018/2/layout/IconVerticalSolidList"/>
    <dgm:cxn modelId="{05F91695-14A6-4417-8584-32C5350CF5BB}" type="presParOf" srcId="{9CD71AD7-D019-4D26-ABE1-832F20860F88}" destId="{F7DEF4C1-06C2-4F86-A8DB-1107A275D607}" srcOrd="2" destOrd="0" presId="urn:microsoft.com/office/officeart/2018/2/layout/IconVerticalSolidList"/>
    <dgm:cxn modelId="{E6FAFE09-7DDB-431E-902C-7EBFB85105E9}" type="presParOf" srcId="{F7DEF4C1-06C2-4F86-A8DB-1107A275D607}" destId="{B612D88F-054A-4A01-9090-8DF70C76662D}" srcOrd="0" destOrd="0" presId="urn:microsoft.com/office/officeart/2018/2/layout/IconVerticalSolidList"/>
    <dgm:cxn modelId="{247C8378-BD42-475A-900A-048F37D94F5B}" type="presParOf" srcId="{F7DEF4C1-06C2-4F86-A8DB-1107A275D607}" destId="{951C627A-D7BE-40BD-9412-F73854CE6506}" srcOrd="1" destOrd="0" presId="urn:microsoft.com/office/officeart/2018/2/layout/IconVerticalSolidList"/>
    <dgm:cxn modelId="{4F7027A9-1928-4072-882A-1356BF895C56}" type="presParOf" srcId="{F7DEF4C1-06C2-4F86-A8DB-1107A275D607}" destId="{EE159B7D-8B3E-447A-BD92-A7E531AD0ABF}" srcOrd="2" destOrd="0" presId="urn:microsoft.com/office/officeart/2018/2/layout/IconVerticalSolidList"/>
    <dgm:cxn modelId="{A9684B11-BD59-4B15-989B-2B07A5551E0D}" type="presParOf" srcId="{F7DEF4C1-06C2-4F86-A8DB-1107A275D607}" destId="{16E8F209-DB4F-48DE-B91C-F90EC829614F}" srcOrd="3" destOrd="0" presId="urn:microsoft.com/office/officeart/2018/2/layout/IconVerticalSolidList"/>
    <dgm:cxn modelId="{09BF31BA-B1D9-4EAA-B46C-5ACA0299892A}" type="presParOf" srcId="{9CD71AD7-D019-4D26-ABE1-832F20860F88}" destId="{ADD28FA8-7CA4-43E2-978B-D5CCDE303F0B}" srcOrd="3" destOrd="0" presId="urn:microsoft.com/office/officeart/2018/2/layout/IconVerticalSolidList"/>
    <dgm:cxn modelId="{6CA30A8D-8C87-4173-AE08-0A04984DA482}" type="presParOf" srcId="{9CD71AD7-D019-4D26-ABE1-832F20860F88}" destId="{BB2C45AA-A826-4E39-893E-9ECC7374AC2D}" srcOrd="4" destOrd="0" presId="urn:microsoft.com/office/officeart/2018/2/layout/IconVerticalSolidList"/>
    <dgm:cxn modelId="{E1AF827F-BC08-4D96-89A4-B14B539DDE54}" type="presParOf" srcId="{BB2C45AA-A826-4E39-893E-9ECC7374AC2D}" destId="{E8AAE119-A062-4669-90F5-3A4DF53E944A}" srcOrd="0" destOrd="0" presId="urn:microsoft.com/office/officeart/2018/2/layout/IconVerticalSolidList"/>
    <dgm:cxn modelId="{5D01F29D-48CF-4DE7-BFCD-A303DD365B7A}" type="presParOf" srcId="{BB2C45AA-A826-4E39-893E-9ECC7374AC2D}" destId="{AB33214A-43D9-4EDD-9206-EA923DCBF3F6}" srcOrd="1" destOrd="0" presId="urn:microsoft.com/office/officeart/2018/2/layout/IconVerticalSolidList"/>
    <dgm:cxn modelId="{BEA6A589-A576-4920-88AE-55112EC4DB82}" type="presParOf" srcId="{BB2C45AA-A826-4E39-893E-9ECC7374AC2D}" destId="{94F7C4E6-9F12-4114-A413-0CE74C165356}" srcOrd="2" destOrd="0" presId="urn:microsoft.com/office/officeart/2018/2/layout/IconVerticalSolidList"/>
    <dgm:cxn modelId="{8F73049B-EC98-48E1-BB1F-B4621FCCF629}" type="presParOf" srcId="{BB2C45AA-A826-4E39-893E-9ECC7374AC2D}" destId="{B8E91FBB-5E52-43B8-95CA-C623ACE7FC71}" srcOrd="3" destOrd="0" presId="urn:microsoft.com/office/officeart/2018/2/layout/IconVerticalSolidList"/>
    <dgm:cxn modelId="{0C0DB0E6-DAB0-445F-9D45-ADF29E918D36}" type="presParOf" srcId="{9CD71AD7-D019-4D26-ABE1-832F20860F88}" destId="{77FFFD42-65A3-48C8-BDEE-D89359500898}" srcOrd="5" destOrd="0" presId="urn:microsoft.com/office/officeart/2018/2/layout/IconVerticalSolidList"/>
    <dgm:cxn modelId="{616AAAE8-7720-4AA3-899B-254894AD6865}" type="presParOf" srcId="{9CD71AD7-D019-4D26-ABE1-832F20860F88}" destId="{86AE9FC7-A664-44E8-A88F-996CEB764756}" srcOrd="6" destOrd="0" presId="urn:microsoft.com/office/officeart/2018/2/layout/IconVerticalSolidList"/>
    <dgm:cxn modelId="{4EA9F090-CC90-446F-B996-56A2B5FD2D7C}" type="presParOf" srcId="{86AE9FC7-A664-44E8-A88F-996CEB764756}" destId="{8013F06C-8C33-46B7-AFCC-08A5BDF01750}" srcOrd="0" destOrd="0" presId="urn:microsoft.com/office/officeart/2018/2/layout/IconVerticalSolidList"/>
    <dgm:cxn modelId="{D2803C3D-21FA-4734-9D85-EAECE5286E18}" type="presParOf" srcId="{86AE9FC7-A664-44E8-A88F-996CEB764756}" destId="{D6BE5336-3CD8-4D97-8C31-FA3322AC4390}" srcOrd="1" destOrd="0" presId="urn:microsoft.com/office/officeart/2018/2/layout/IconVerticalSolidList"/>
    <dgm:cxn modelId="{8ADAA473-7E26-4492-A5F4-8DFDD9877042}" type="presParOf" srcId="{86AE9FC7-A664-44E8-A88F-996CEB764756}" destId="{7955E313-FA28-454F-ABFF-7ECEA305AD09}" srcOrd="2" destOrd="0" presId="urn:microsoft.com/office/officeart/2018/2/layout/IconVerticalSolidList"/>
    <dgm:cxn modelId="{085A9D37-BB0E-4EBD-970F-EB23795A9CBB}" type="presParOf" srcId="{86AE9FC7-A664-44E8-A88F-996CEB764756}" destId="{163271B6-9FD4-4119-B030-73B35D140419}" srcOrd="3" destOrd="0" presId="urn:microsoft.com/office/officeart/2018/2/layout/IconVerticalSolidList"/>
    <dgm:cxn modelId="{1B16063D-769A-4201-9357-A67E328190E1}" type="presParOf" srcId="{9CD71AD7-D019-4D26-ABE1-832F20860F88}" destId="{8FA8F8CA-07C0-4E05-B776-30E14FB8CE0B}" srcOrd="7" destOrd="0" presId="urn:microsoft.com/office/officeart/2018/2/layout/IconVerticalSolidList"/>
    <dgm:cxn modelId="{078A716C-84D2-4120-B52E-A49A621F0FD0}" type="presParOf" srcId="{9CD71AD7-D019-4D26-ABE1-832F20860F88}" destId="{2E0CD804-6E21-4997-99B2-D474AA33CCD9}" srcOrd="8" destOrd="0" presId="urn:microsoft.com/office/officeart/2018/2/layout/IconVerticalSolidList"/>
    <dgm:cxn modelId="{255FD0D4-5057-4E09-AFEF-FCDC7473F2BB}" type="presParOf" srcId="{2E0CD804-6E21-4997-99B2-D474AA33CCD9}" destId="{EAB9B768-0085-4B83-B6E2-83A89BB200AA}" srcOrd="0" destOrd="0" presId="urn:microsoft.com/office/officeart/2018/2/layout/IconVerticalSolidList"/>
    <dgm:cxn modelId="{75639A08-206D-430F-8C7F-FDD14AF70143}" type="presParOf" srcId="{2E0CD804-6E21-4997-99B2-D474AA33CCD9}" destId="{ED5BF6A7-BA6E-4BDA-83A0-D2C8B9A3E7CF}" srcOrd="1" destOrd="0" presId="urn:microsoft.com/office/officeart/2018/2/layout/IconVerticalSolidList"/>
    <dgm:cxn modelId="{040710EE-7274-41E8-9F73-61D2448767FF}" type="presParOf" srcId="{2E0CD804-6E21-4997-99B2-D474AA33CCD9}" destId="{9BDB36E1-E6FD-4AFB-A455-260E5C12DD46}" srcOrd="2" destOrd="0" presId="urn:microsoft.com/office/officeart/2018/2/layout/IconVerticalSolidList"/>
    <dgm:cxn modelId="{152AEB8F-9B04-4574-BE3D-C81B70FF1F22}" type="presParOf" srcId="{2E0CD804-6E21-4997-99B2-D474AA33CCD9}" destId="{F8EE300F-BDB2-4743-9E08-AA52BCE7B3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48B0CEC-A5B1-49B9-A4EA-1849FA06835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D57CF18-3009-4AE6-8A49-ABB8A71E98AA}">
      <dgm:prSet/>
      <dgm:spPr/>
      <dgm:t>
        <a:bodyPr/>
        <a:lstStyle/>
        <a:p>
          <a:r>
            <a:rPr lang="en-US" b="0" i="0"/>
            <a:t>Deployment service that automates application deployments to EC2, ECS, Lambda, and on-prem servers</a:t>
          </a:r>
          <a:endParaRPr lang="en-US"/>
        </a:p>
      </dgm:t>
    </dgm:pt>
    <dgm:pt modelId="{73D79C30-F770-473F-92DF-BFF75BEFA742}" type="parTrans" cxnId="{CF85FEE5-910F-4A38-BED8-C5040A66BDA5}">
      <dgm:prSet/>
      <dgm:spPr/>
      <dgm:t>
        <a:bodyPr/>
        <a:lstStyle/>
        <a:p>
          <a:endParaRPr lang="en-US"/>
        </a:p>
      </dgm:t>
    </dgm:pt>
    <dgm:pt modelId="{5A4E3D7D-A2BE-4147-8C3C-EEE85A905725}" type="sibTrans" cxnId="{CF85FEE5-910F-4A38-BED8-C5040A66BDA5}">
      <dgm:prSet/>
      <dgm:spPr/>
      <dgm:t>
        <a:bodyPr/>
        <a:lstStyle/>
        <a:p>
          <a:endParaRPr lang="en-US"/>
        </a:p>
      </dgm:t>
    </dgm:pt>
    <dgm:pt modelId="{4148B87D-E448-4F02-B8D5-DA9C33FF3BDC}">
      <dgm:prSet/>
      <dgm:spPr/>
      <dgm:t>
        <a:bodyPr/>
        <a:lstStyle/>
        <a:p>
          <a:r>
            <a:rPr lang="en-US" b="0" i="0"/>
            <a:t>For ECS: supports blue/green deployments via ALB</a:t>
          </a:r>
          <a:endParaRPr lang="en-US"/>
        </a:p>
      </dgm:t>
    </dgm:pt>
    <dgm:pt modelId="{0323DF8B-FAC9-4486-BB79-807B652A4A1A}" type="parTrans" cxnId="{9A27029A-D484-41BB-9433-5AA358C2099F}">
      <dgm:prSet/>
      <dgm:spPr/>
      <dgm:t>
        <a:bodyPr/>
        <a:lstStyle/>
        <a:p>
          <a:endParaRPr lang="en-US"/>
        </a:p>
      </dgm:t>
    </dgm:pt>
    <dgm:pt modelId="{BA219773-DFEB-452D-84D2-FC5B0EC002A9}" type="sibTrans" cxnId="{9A27029A-D484-41BB-9433-5AA358C2099F}">
      <dgm:prSet/>
      <dgm:spPr/>
      <dgm:t>
        <a:bodyPr/>
        <a:lstStyle/>
        <a:p>
          <a:endParaRPr lang="en-US"/>
        </a:p>
      </dgm:t>
    </dgm:pt>
    <dgm:pt modelId="{7BEDA949-EF80-48D4-B525-35539366D815}">
      <dgm:prSet/>
      <dgm:spPr/>
      <dgm:t>
        <a:bodyPr/>
        <a:lstStyle/>
        <a:p>
          <a:r>
            <a:rPr lang="en-US" b="0" i="0"/>
            <a:t>Shifts traffic from old task set (blue) to new one (green) safely</a:t>
          </a:r>
          <a:endParaRPr lang="en-US"/>
        </a:p>
      </dgm:t>
    </dgm:pt>
    <dgm:pt modelId="{71B55B3A-A650-4F13-9997-6EE3C9F64493}" type="parTrans" cxnId="{2120E1FC-23D1-4F9F-83EB-5D27C33D721C}">
      <dgm:prSet/>
      <dgm:spPr/>
      <dgm:t>
        <a:bodyPr/>
        <a:lstStyle/>
        <a:p>
          <a:endParaRPr lang="en-US"/>
        </a:p>
      </dgm:t>
    </dgm:pt>
    <dgm:pt modelId="{6D9702C9-2860-4CED-B644-A47DCA48F3CE}" type="sibTrans" cxnId="{2120E1FC-23D1-4F9F-83EB-5D27C33D721C}">
      <dgm:prSet/>
      <dgm:spPr/>
      <dgm:t>
        <a:bodyPr/>
        <a:lstStyle/>
        <a:p>
          <a:endParaRPr lang="en-US"/>
        </a:p>
      </dgm:t>
    </dgm:pt>
    <dgm:pt modelId="{F9923260-AB73-43DC-9861-2C45813D45F1}">
      <dgm:prSet/>
      <dgm:spPr/>
      <dgm:t>
        <a:bodyPr/>
        <a:lstStyle/>
        <a:p>
          <a:r>
            <a:rPr lang="en-US" b="0" i="0"/>
            <a:t>Provides easy rollback in case of deployment failure</a:t>
          </a:r>
          <a:endParaRPr lang="en-US"/>
        </a:p>
      </dgm:t>
    </dgm:pt>
    <dgm:pt modelId="{128DFDD5-1508-4D35-A150-682BE78FC285}" type="parTrans" cxnId="{CC8DE192-EE6D-4A82-9A1D-A91A1BBCDFB5}">
      <dgm:prSet/>
      <dgm:spPr/>
      <dgm:t>
        <a:bodyPr/>
        <a:lstStyle/>
        <a:p>
          <a:endParaRPr lang="en-US"/>
        </a:p>
      </dgm:t>
    </dgm:pt>
    <dgm:pt modelId="{703CE88A-8D2C-4666-99F4-F79582E913D2}" type="sibTrans" cxnId="{CC8DE192-EE6D-4A82-9A1D-A91A1BBCDFB5}">
      <dgm:prSet/>
      <dgm:spPr/>
      <dgm:t>
        <a:bodyPr/>
        <a:lstStyle/>
        <a:p>
          <a:endParaRPr lang="en-US"/>
        </a:p>
      </dgm:t>
    </dgm:pt>
    <dgm:pt modelId="{1A6A7C6B-6594-421C-AC56-31D7A18684EE}" type="pres">
      <dgm:prSet presAssocID="{848B0CEC-A5B1-49B9-A4EA-1849FA068352}" presName="root" presStyleCnt="0">
        <dgm:presLayoutVars>
          <dgm:dir/>
          <dgm:resizeHandles val="exact"/>
        </dgm:presLayoutVars>
      </dgm:prSet>
      <dgm:spPr/>
    </dgm:pt>
    <dgm:pt modelId="{FBD794A2-625B-47ED-BED5-EEE8C4594666}" type="pres">
      <dgm:prSet presAssocID="{FD57CF18-3009-4AE6-8A49-ABB8A71E98AA}" presName="compNode" presStyleCnt="0"/>
      <dgm:spPr/>
    </dgm:pt>
    <dgm:pt modelId="{2911AD3C-4D10-487D-8528-941A1B26C50C}" type="pres">
      <dgm:prSet presAssocID="{FD57CF18-3009-4AE6-8A49-ABB8A71E98AA}" presName="bgRect" presStyleLbl="bgShp" presStyleIdx="0" presStyleCnt="4"/>
      <dgm:spPr/>
    </dgm:pt>
    <dgm:pt modelId="{903910E3-99D5-4A7F-BF88-24C064EEE1C6}" type="pres">
      <dgm:prSet presAssocID="{FD57CF18-3009-4AE6-8A49-ABB8A71E98A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58B5CD4-24FF-46FB-B65A-EFC6B823D9EF}" type="pres">
      <dgm:prSet presAssocID="{FD57CF18-3009-4AE6-8A49-ABB8A71E98AA}" presName="spaceRect" presStyleCnt="0"/>
      <dgm:spPr/>
    </dgm:pt>
    <dgm:pt modelId="{34E517F9-1E24-42AF-A4E6-F5DED75149B9}" type="pres">
      <dgm:prSet presAssocID="{FD57CF18-3009-4AE6-8A49-ABB8A71E98AA}" presName="parTx" presStyleLbl="revTx" presStyleIdx="0" presStyleCnt="4">
        <dgm:presLayoutVars>
          <dgm:chMax val="0"/>
          <dgm:chPref val="0"/>
        </dgm:presLayoutVars>
      </dgm:prSet>
      <dgm:spPr/>
    </dgm:pt>
    <dgm:pt modelId="{FC3FAE2C-5583-4371-B0F8-F1AD6A89E0CB}" type="pres">
      <dgm:prSet presAssocID="{5A4E3D7D-A2BE-4147-8C3C-EEE85A905725}" presName="sibTrans" presStyleCnt="0"/>
      <dgm:spPr/>
    </dgm:pt>
    <dgm:pt modelId="{B49FA42E-6B8D-4BDE-BCBD-4B9DD5B29051}" type="pres">
      <dgm:prSet presAssocID="{4148B87D-E448-4F02-B8D5-DA9C33FF3BDC}" presName="compNode" presStyleCnt="0"/>
      <dgm:spPr/>
    </dgm:pt>
    <dgm:pt modelId="{BFFECBF6-A6E7-452A-BF37-B8781BD0C836}" type="pres">
      <dgm:prSet presAssocID="{4148B87D-E448-4F02-B8D5-DA9C33FF3BDC}" presName="bgRect" presStyleLbl="bgShp" presStyleIdx="1" presStyleCnt="4"/>
      <dgm:spPr/>
    </dgm:pt>
    <dgm:pt modelId="{1B3794F8-A369-4434-81A4-7FD8F1A76F8F}" type="pres">
      <dgm:prSet presAssocID="{4148B87D-E448-4F02-B8D5-DA9C33FF3BD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6D9856D-0C46-40CE-AFB9-0427E3060CF9}" type="pres">
      <dgm:prSet presAssocID="{4148B87D-E448-4F02-B8D5-DA9C33FF3BDC}" presName="spaceRect" presStyleCnt="0"/>
      <dgm:spPr/>
    </dgm:pt>
    <dgm:pt modelId="{9F081A86-64C4-4CBC-AF7F-FDC13DE30D83}" type="pres">
      <dgm:prSet presAssocID="{4148B87D-E448-4F02-B8D5-DA9C33FF3BDC}" presName="parTx" presStyleLbl="revTx" presStyleIdx="1" presStyleCnt="4">
        <dgm:presLayoutVars>
          <dgm:chMax val="0"/>
          <dgm:chPref val="0"/>
        </dgm:presLayoutVars>
      </dgm:prSet>
      <dgm:spPr/>
    </dgm:pt>
    <dgm:pt modelId="{FCD1B053-8A9A-4CBB-BE4E-29E5247640DD}" type="pres">
      <dgm:prSet presAssocID="{BA219773-DFEB-452D-84D2-FC5B0EC002A9}" presName="sibTrans" presStyleCnt="0"/>
      <dgm:spPr/>
    </dgm:pt>
    <dgm:pt modelId="{68A82936-9CDB-4BA3-9024-1DDAACC73E39}" type="pres">
      <dgm:prSet presAssocID="{7BEDA949-EF80-48D4-B525-35539366D815}" presName="compNode" presStyleCnt="0"/>
      <dgm:spPr/>
    </dgm:pt>
    <dgm:pt modelId="{E0F6F664-C606-47BB-8CE1-3890E2B1325D}" type="pres">
      <dgm:prSet presAssocID="{7BEDA949-EF80-48D4-B525-35539366D815}" presName="bgRect" presStyleLbl="bgShp" presStyleIdx="2" presStyleCnt="4"/>
      <dgm:spPr/>
    </dgm:pt>
    <dgm:pt modelId="{DCD5550C-8BD3-4DFF-BF30-B39E946DC7EB}" type="pres">
      <dgm:prSet presAssocID="{7BEDA949-EF80-48D4-B525-35539366D81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9CBE53ED-2C3E-46CF-A783-D052525BE75F}" type="pres">
      <dgm:prSet presAssocID="{7BEDA949-EF80-48D4-B525-35539366D815}" presName="spaceRect" presStyleCnt="0"/>
      <dgm:spPr/>
    </dgm:pt>
    <dgm:pt modelId="{431D0FEE-EEFA-4877-B1C1-48BC54F77357}" type="pres">
      <dgm:prSet presAssocID="{7BEDA949-EF80-48D4-B525-35539366D815}" presName="parTx" presStyleLbl="revTx" presStyleIdx="2" presStyleCnt="4">
        <dgm:presLayoutVars>
          <dgm:chMax val="0"/>
          <dgm:chPref val="0"/>
        </dgm:presLayoutVars>
      </dgm:prSet>
      <dgm:spPr/>
    </dgm:pt>
    <dgm:pt modelId="{367A5D1F-9057-45BC-9D37-4129EECE5CBD}" type="pres">
      <dgm:prSet presAssocID="{6D9702C9-2860-4CED-B644-A47DCA48F3CE}" presName="sibTrans" presStyleCnt="0"/>
      <dgm:spPr/>
    </dgm:pt>
    <dgm:pt modelId="{ED840384-4E54-41B7-8631-7A232ECD070E}" type="pres">
      <dgm:prSet presAssocID="{F9923260-AB73-43DC-9861-2C45813D45F1}" presName="compNode" presStyleCnt="0"/>
      <dgm:spPr/>
    </dgm:pt>
    <dgm:pt modelId="{D610FE86-8C4F-48DC-9D1E-F80AF6495B2D}" type="pres">
      <dgm:prSet presAssocID="{F9923260-AB73-43DC-9861-2C45813D45F1}" presName="bgRect" presStyleLbl="bgShp" presStyleIdx="3" presStyleCnt="4"/>
      <dgm:spPr/>
    </dgm:pt>
    <dgm:pt modelId="{F64D314F-A452-4FD3-A30D-E443B08FD86A}" type="pres">
      <dgm:prSet presAssocID="{F9923260-AB73-43DC-9861-2C45813D45F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65B9BE4-47FA-4EA4-BB54-C097F96A3DFB}" type="pres">
      <dgm:prSet presAssocID="{F9923260-AB73-43DC-9861-2C45813D45F1}" presName="spaceRect" presStyleCnt="0"/>
      <dgm:spPr/>
    </dgm:pt>
    <dgm:pt modelId="{21D9FF65-2C31-4EA8-848F-F25FFD477FE3}" type="pres">
      <dgm:prSet presAssocID="{F9923260-AB73-43DC-9861-2C45813D45F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E001013-703C-441C-9855-8F96331B56AE}" type="presOf" srcId="{4148B87D-E448-4F02-B8D5-DA9C33FF3BDC}" destId="{9F081A86-64C4-4CBC-AF7F-FDC13DE30D83}" srcOrd="0" destOrd="0" presId="urn:microsoft.com/office/officeart/2018/2/layout/IconVerticalSolidList"/>
    <dgm:cxn modelId="{47C3A814-925F-406A-929E-556262CAE8E5}" type="presOf" srcId="{FD57CF18-3009-4AE6-8A49-ABB8A71E98AA}" destId="{34E517F9-1E24-42AF-A4E6-F5DED75149B9}" srcOrd="0" destOrd="0" presId="urn:microsoft.com/office/officeart/2018/2/layout/IconVerticalSolidList"/>
    <dgm:cxn modelId="{A82A631D-4230-44AB-AFDC-E74FF58FC2C6}" type="presOf" srcId="{7BEDA949-EF80-48D4-B525-35539366D815}" destId="{431D0FEE-EEFA-4877-B1C1-48BC54F77357}" srcOrd="0" destOrd="0" presId="urn:microsoft.com/office/officeart/2018/2/layout/IconVerticalSolidList"/>
    <dgm:cxn modelId="{FE50465A-7C33-4A16-A615-C56CCD3B3649}" type="presOf" srcId="{848B0CEC-A5B1-49B9-A4EA-1849FA068352}" destId="{1A6A7C6B-6594-421C-AC56-31D7A18684EE}" srcOrd="0" destOrd="0" presId="urn:microsoft.com/office/officeart/2018/2/layout/IconVerticalSolidList"/>
    <dgm:cxn modelId="{CC8DE192-EE6D-4A82-9A1D-A91A1BBCDFB5}" srcId="{848B0CEC-A5B1-49B9-A4EA-1849FA068352}" destId="{F9923260-AB73-43DC-9861-2C45813D45F1}" srcOrd="3" destOrd="0" parTransId="{128DFDD5-1508-4D35-A150-682BE78FC285}" sibTransId="{703CE88A-8D2C-4666-99F4-F79582E913D2}"/>
    <dgm:cxn modelId="{9A27029A-D484-41BB-9433-5AA358C2099F}" srcId="{848B0CEC-A5B1-49B9-A4EA-1849FA068352}" destId="{4148B87D-E448-4F02-B8D5-DA9C33FF3BDC}" srcOrd="1" destOrd="0" parTransId="{0323DF8B-FAC9-4486-BB79-807B652A4A1A}" sibTransId="{BA219773-DFEB-452D-84D2-FC5B0EC002A9}"/>
    <dgm:cxn modelId="{D89E3DB0-2A96-401D-ADF5-6F1E2501FF83}" type="presOf" srcId="{F9923260-AB73-43DC-9861-2C45813D45F1}" destId="{21D9FF65-2C31-4EA8-848F-F25FFD477FE3}" srcOrd="0" destOrd="0" presId="urn:microsoft.com/office/officeart/2018/2/layout/IconVerticalSolidList"/>
    <dgm:cxn modelId="{CF85FEE5-910F-4A38-BED8-C5040A66BDA5}" srcId="{848B0CEC-A5B1-49B9-A4EA-1849FA068352}" destId="{FD57CF18-3009-4AE6-8A49-ABB8A71E98AA}" srcOrd="0" destOrd="0" parTransId="{73D79C30-F770-473F-92DF-BFF75BEFA742}" sibTransId="{5A4E3D7D-A2BE-4147-8C3C-EEE85A905725}"/>
    <dgm:cxn modelId="{2120E1FC-23D1-4F9F-83EB-5D27C33D721C}" srcId="{848B0CEC-A5B1-49B9-A4EA-1849FA068352}" destId="{7BEDA949-EF80-48D4-B525-35539366D815}" srcOrd="2" destOrd="0" parTransId="{71B55B3A-A650-4F13-9997-6EE3C9F64493}" sibTransId="{6D9702C9-2860-4CED-B644-A47DCA48F3CE}"/>
    <dgm:cxn modelId="{3F909B82-844A-43EC-AB83-6F07B4621A93}" type="presParOf" srcId="{1A6A7C6B-6594-421C-AC56-31D7A18684EE}" destId="{FBD794A2-625B-47ED-BED5-EEE8C4594666}" srcOrd="0" destOrd="0" presId="urn:microsoft.com/office/officeart/2018/2/layout/IconVerticalSolidList"/>
    <dgm:cxn modelId="{5334DF0A-2B15-4FD4-AEE2-756FD9E726D3}" type="presParOf" srcId="{FBD794A2-625B-47ED-BED5-EEE8C4594666}" destId="{2911AD3C-4D10-487D-8528-941A1B26C50C}" srcOrd="0" destOrd="0" presId="urn:microsoft.com/office/officeart/2018/2/layout/IconVerticalSolidList"/>
    <dgm:cxn modelId="{15A02A55-AD38-44D3-8F15-B7079B24B89F}" type="presParOf" srcId="{FBD794A2-625B-47ED-BED5-EEE8C4594666}" destId="{903910E3-99D5-4A7F-BF88-24C064EEE1C6}" srcOrd="1" destOrd="0" presId="urn:microsoft.com/office/officeart/2018/2/layout/IconVerticalSolidList"/>
    <dgm:cxn modelId="{037EDEC8-6E6D-4985-A0BD-EA107962DC70}" type="presParOf" srcId="{FBD794A2-625B-47ED-BED5-EEE8C4594666}" destId="{558B5CD4-24FF-46FB-B65A-EFC6B823D9EF}" srcOrd="2" destOrd="0" presId="urn:microsoft.com/office/officeart/2018/2/layout/IconVerticalSolidList"/>
    <dgm:cxn modelId="{6C05EE68-A2E1-4D6A-90F4-9E2008B8C33E}" type="presParOf" srcId="{FBD794A2-625B-47ED-BED5-EEE8C4594666}" destId="{34E517F9-1E24-42AF-A4E6-F5DED75149B9}" srcOrd="3" destOrd="0" presId="urn:microsoft.com/office/officeart/2018/2/layout/IconVerticalSolidList"/>
    <dgm:cxn modelId="{A521D7E5-FAB4-4C23-8DAD-27C51B9EED71}" type="presParOf" srcId="{1A6A7C6B-6594-421C-AC56-31D7A18684EE}" destId="{FC3FAE2C-5583-4371-B0F8-F1AD6A89E0CB}" srcOrd="1" destOrd="0" presId="urn:microsoft.com/office/officeart/2018/2/layout/IconVerticalSolidList"/>
    <dgm:cxn modelId="{32D0ED95-6072-4C4A-8237-4FFCDA78145B}" type="presParOf" srcId="{1A6A7C6B-6594-421C-AC56-31D7A18684EE}" destId="{B49FA42E-6B8D-4BDE-BCBD-4B9DD5B29051}" srcOrd="2" destOrd="0" presId="urn:microsoft.com/office/officeart/2018/2/layout/IconVerticalSolidList"/>
    <dgm:cxn modelId="{4616D65A-7A5B-4987-8FA4-71A6BCB9987D}" type="presParOf" srcId="{B49FA42E-6B8D-4BDE-BCBD-4B9DD5B29051}" destId="{BFFECBF6-A6E7-452A-BF37-B8781BD0C836}" srcOrd="0" destOrd="0" presId="urn:microsoft.com/office/officeart/2018/2/layout/IconVerticalSolidList"/>
    <dgm:cxn modelId="{CC44B140-7567-458E-B266-A6A9A7C5392C}" type="presParOf" srcId="{B49FA42E-6B8D-4BDE-BCBD-4B9DD5B29051}" destId="{1B3794F8-A369-4434-81A4-7FD8F1A76F8F}" srcOrd="1" destOrd="0" presId="urn:microsoft.com/office/officeart/2018/2/layout/IconVerticalSolidList"/>
    <dgm:cxn modelId="{4BFA93EB-53EB-46B4-9038-6CE83CAF3C81}" type="presParOf" srcId="{B49FA42E-6B8D-4BDE-BCBD-4B9DD5B29051}" destId="{36D9856D-0C46-40CE-AFB9-0427E3060CF9}" srcOrd="2" destOrd="0" presId="urn:microsoft.com/office/officeart/2018/2/layout/IconVerticalSolidList"/>
    <dgm:cxn modelId="{4E64CC9A-F3F7-4306-818B-DA40DE136658}" type="presParOf" srcId="{B49FA42E-6B8D-4BDE-BCBD-4B9DD5B29051}" destId="{9F081A86-64C4-4CBC-AF7F-FDC13DE30D83}" srcOrd="3" destOrd="0" presId="urn:microsoft.com/office/officeart/2018/2/layout/IconVerticalSolidList"/>
    <dgm:cxn modelId="{87E81583-DC7A-4AAC-855A-E63235032F8A}" type="presParOf" srcId="{1A6A7C6B-6594-421C-AC56-31D7A18684EE}" destId="{FCD1B053-8A9A-4CBB-BE4E-29E5247640DD}" srcOrd="3" destOrd="0" presId="urn:microsoft.com/office/officeart/2018/2/layout/IconVerticalSolidList"/>
    <dgm:cxn modelId="{D380099D-18F2-40E1-8DE2-838C52B4273F}" type="presParOf" srcId="{1A6A7C6B-6594-421C-AC56-31D7A18684EE}" destId="{68A82936-9CDB-4BA3-9024-1DDAACC73E39}" srcOrd="4" destOrd="0" presId="urn:microsoft.com/office/officeart/2018/2/layout/IconVerticalSolidList"/>
    <dgm:cxn modelId="{D102F4AF-489D-442E-AA8F-02A524D0377E}" type="presParOf" srcId="{68A82936-9CDB-4BA3-9024-1DDAACC73E39}" destId="{E0F6F664-C606-47BB-8CE1-3890E2B1325D}" srcOrd="0" destOrd="0" presId="urn:microsoft.com/office/officeart/2018/2/layout/IconVerticalSolidList"/>
    <dgm:cxn modelId="{88B244CB-CA56-4C49-84C9-6566E3AB6AF5}" type="presParOf" srcId="{68A82936-9CDB-4BA3-9024-1DDAACC73E39}" destId="{DCD5550C-8BD3-4DFF-BF30-B39E946DC7EB}" srcOrd="1" destOrd="0" presId="urn:microsoft.com/office/officeart/2018/2/layout/IconVerticalSolidList"/>
    <dgm:cxn modelId="{EB171E37-AC8D-4278-8AE0-CD55B1363B72}" type="presParOf" srcId="{68A82936-9CDB-4BA3-9024-1DDAACC73E39}" destId="{9CBE53ED-2C3E-46CF-A783-D052525BE75F}" srcOrd="2" destOrd="0" presId="urn:microsoft.com/office/officeart/2018/2/layout/IconVerticalSolidList"/>
    <dgm:cxn modelId="{7F81CCED-0E43-455F-B1AC-5CEAAC3A9DB1}" type="presParOf" srcId="{68A82936-9CDB-4BA3-9024-1DDAACC73E39}" destId="{431D0FEE-EEFA-4877-B1C1-48BC54F77357}" srcOrd="3" destOrd="0" presId="urn:microsoft.com/office/officeart/2018/2/layout/IconVerticalSolidList"/>
    <dgm:cxn modelId="{4EFB2FFF-DD34-432F-BF99-A00B210D6277}" type="presParOf" srcId="{1A6A7C6B-6594-421C-AC56-31D7A18684EE}" destId="{367A5D1F-9057-45BC-9D37-4129EECE5CBD}" srcOrd="5" destOrd="0" presId="urn:microsoft.com/office/officeart/2018/2/layout/IconVerticalSolidList"/>
    <dgm:cxn modelId="{38077056-FACA-4093-9928-B59B65A0C68C}" type="presParOf" srcId="{1A6A7C6B-6594-421C-AC56-31D7A18684EE}" destId="{ED840384-4E54-41B7-8631-7A232ECD070E}" srcOrd="6" destOrd="0" presId="urn:microsoft.com/office/officeart/2018/2/layout/IconVerticalSolidList"/>
    <dgm:cxn modelId="{C8377DE2-8E7E-497D-8394-690DC01E16F4}" type="presParOf" srcId="{ED840384-4E54-41B7-8631-7A232ECD070E}" destId="{D610FE86-8C4F-48DC-9D1E-F80AF6495B2D}" srcOrd="0" destOrd="0" presId="urn:microsoft.com/office/officeart/2018/2/layout/IconVerticalSolidList"/>
    <dgm:cxn modelId="{5C402E39-99F9-4A25-B20B-6657899A08DD}" type="presParOf" srcId="{ED840384-4E54-41B7-8631-7A232ECD070E}" destId="{F64D314F-A452-4FD3-A30D-E443B08FD86A}" srcOrd="1" destOrd="0" presId="urn:microsoft.com/office/officeart/2018/2/layout/IconVerticalSolidList"/>
    <dgm:cxn modelId="{9B0FBC83-1403-49FB-9D7B-6FD2D32D976E}" type="presParOf" srcId="{ED840384-4E54-41B7-8631-7A232ECD070E}" destId="{965B9BE4-47FA-4EA4-BB54-C097F96A3DFB}" srcOrd="2" destOrd="0" presId="urn:microsoft.com/office/officeart/2018/2/layout/IconVerticalSolidList"/>
    <dgm:cxn modelId="{A3349276-8CC1-41F7-A953-9F55069F71BC}" type="presParOf" srcId="{ED840384-4E54-41B7-8631-7A232ECD070E}" destId="{21D9FF65-2C31-4EA8-848F-F25FFD477FE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0EEEA67-40E7-4B5C-BDCF-3A9B5F3ED8E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E9AD6C3-8988-4713-9D91-517BA3382C72}">
      <dgm:prSet/>
      <dgm:spPr/>
      <dgm:t>
        <a:bodyPr/>
        <a:lstStyle/>
        <a:p>
          <a:r>
            <a:rPr lang="en-US" b="0" i="0"/>
            <a:t>AWS Account and IAM roles with appropriate permissions</a:t>
          </a:r>
          <a:endParaRPr lang="en-US"/>
        </a:p>
      </dgm:t>
    </dgm:pt>
    <dgm:pt modelId="{8A3F39DB-A143-4E25-8D5D-B3539CEFADC9}" type="parTrans" cxnId="{D2B0B371-FC61-4BBF-AE37-32F0E686E5B1}">
      <dgm:prSet/>
      <dgm:spPr/>
      <dgm:t>
        <a:bodyPr/>
        <a:lstStyle/>
        <a:p>
          <a:endParaRPr lang="en-US"/>
        </a:p>
      </dgm:t>
    </dgm:pt>
    <dgm:pt modelId="{FD9E8749-8597-4289-93D4-4C280A670C54}" type="sibTrans" cxnId="{D2B0B371-FC61-4BBF-AE37-32F0E686E5B1}">
      <dgm:prSet/>
      <dgm:spPr/>
      <dgm:t>
        <a:bodyPr/>
        <a:lstStyle/>
        <a:p>
          <a:endParaRPr lang="en-US"/>
        </a:p>
      </dgm:t>
    </dgm:pt>
    <dgm:pt modelId="{CCC5F61B-A0F2-4F36-B8D8-974216DE4763}">
      <dgm:prSet/>
      <dgm:spPr/>
      <dgm:t>
        <a:bodyPr/>
        <a:lstStyle/>
        <a:p>
          <a:r>
            <a:rPr lang="en-US" b="0" i="0"/>
            <a:t>VPC with public/private subnets and security groups configured</a:t>
          </a:r>
          <a:endParaRPr lang="en-US"/>
        </a:p>
      </dgm:t>
    </dgm:pt>
    <dgm:pt modelId="{815828F5-F451-4E15-994E-B6BF425A1938}" type="parTrans" cxnId="{6EEBB033-F2FB-45E6-98CD-929F1A34E6BF}">
      <dgm:prSet/>
      <dgm:spPr/>
      <dgm:t>
        <a:bodyPr/>
        <a:lstStyle/>
        <a:p>
          <a:endParaRPr lang="en-US"/>
        </a:p>
      </dgm:t>
    </dgm:pt>
    <dgm:pt modelId="{CE12984D-5DB7-47DD-85D3-F651D4492F93}" type="sibTrans" cxnId="{6EEBB033-F2FB-45E6-98CD-929F1A34E6BF}">
      <dgm:prSet/>
      <dgm:spPr/>
      <dgm:t>
        <a:bodyPr/>
        <a:lstStyle/>
        <a:p>
          <a:endParaRPr lang="en-US"/>
        </a:p>
      </dgm:t>
    </dgm:pt>
    <dgm:pt modelId="{4EDAF740-D5F3-42F1-AF5D-AD58DA35172B}">
      <dgm:prSet/>
      <dgm:spPr/>
      <dgm:t>
        <a:bodyPr/>
        <a:lstStyle/>
        <a:p>
          <a:r>
            <a:rPr lang="en-US" b="0" i="0"/>
            <a:t>ECS Cluster (Fargate or EC2) created</a:t>
          </a:r>
          <a:endParaRPr lang="en-US"/>
        </a:p>
      </dgm:t>
    </dgm:pt>
    <dgm:pt modelId="{B4125045-E80E-408A-8559-DD08919260C6}" type="parTrans" cxnId="{DAFCB6C5-0046-4E3B-BEBF-295C586D0A92}">
      <dgm:prSet/>
      <dgm:spPr/>
      <dgm:t>
        <a:bodyPr/>
        <a:lstStyle/>
        <a:p>
          <a:endParaRPr lang="en-US"/>
        </a:p>
      </dgm:t>
    </dgm:pt>
    <dgm:pt modelId="{8B50FEE7-F135-4320-A09D-1199B04B2F16}" type="sibTrans" cxnId="{DAFCB6C5-0046-4E3B-BEBF-295C586D0A92}">
      <dgm:prSet/>
      <dgm:spPr/>
      <dgm:t>
        <a:bodyPr/>
        <a:lstStyle/>
        <a:p>
          <a:endParaRPr lang="en-US"/>
        </a:p>
      </dgm:t>
    </dgm:pt>
    <dgm:pt modelId="{1AFB33C2-725C-4489-BFD8-759602479E1E}">
      <dgm:prSet/>
      <dgm:spPr/>
      <dgm:t>
        <a:bodyPr/>
        <a:lstStyle/>
        <a:p>
          <a:r>
            <a:rPr lang="en-US" b="0" i="0"/>
            <a:t>Amazon ECR repository created for your application image</a:t>
          </a:r>
          <a:endParaRPr lang="en-US"/>
        </a:p>
      </dgm:t>
    </dgm:pt>
    <dgm:pt modelId="{05C4272B-EFE1-4030-8C54-F5B7C13515FB}" type="parTrans" cxnId="{0A437922-ACA5-463B-B6E6-E7DB4AAF4A5C}">
      <dgm:prSet/>
      <dgm:spPr/>
      <dgm:t>
        <a:bodyPr/>
        <a:lstStyle/>
        <a:p>
          <a:endParaRPr lang="en-US"/>
        </a:p>
      </dgm:t>
    </dgm:pt>
    <dgm:pt modelId="{EE5A3516-385B-491D-846C-160FA22BC604}" type="sibTrans" cxnId="{0A437922-ACA5-463B-B6E6-E7DB4AAF4A5C}">
      <dgm:prSet/>
      <dgm:spPr/>
      <dgm:t>
        <a:bodyPr/>
        <a:lstStyle/>
        <a:p>
          <a:endParaRPr lang="en-US"/>
        </a:p>
      </dgm:t>
    </dgm:pt>
    <dgm:pt modelId="{8CB0D32B-E02A-4234-8DEC-39790163A91B}">
      <dgm:prSet/>
      <dgm:spPr/>
      <dgm:t>
        <a:bodyPr/>
        <a:lstStyle/>
        <a:p>
          <a:r>
            <a:rPr lang="en-US" b="0" i="0"/>
            <a:t>Application source code with a Dockerfile</a:t>
          </a:r>
          <a:endParaRPr lang="en-US"/>
        </a:p>
      </dgm:t>
    </dgm:pt>
    <dgm:pt modelId="{00FC1D50-8480-4030-8EF5-ABD9089503CE}" type="parTrans" cxnId="{28112C6D-6280-4EBC-92B6-2857589677DC}">
      <dgm:prSet/>
      <dgm:spPr/>
      <dgm:t>
        <a:bodyPr/>
        <a:lstStyle/>
        <a:p>
          <a:endParaRPr lang="en-US"/>
        </a:p>
      </dgm:t>
    </dgm:pt>
    <dgm:pt modelId="{E3F462D6-EC43-47C2-977B-786A48ECF079}" type="sibTrans" cxnId="{28112C6D-6280-4EBC-92B6-2857589677DC}">
      <dgm:prSet/>
      <dgm:spPr/>
      <dgm:t>
        <a:bodyPr/>
        <a:lstStyle/>
        <a:p>
          <a:endParaRPr lang="en-US"/>
        </a:p>
      </dgm:t>
    </dgm:pt>
    <dgm:pt modelId="{2508BAAA-4DD5-4727-A7BB-80CD2C6399E1}">
      <dgm:prSet/>
      <dgm:spPr/>
      <dgm:t>
        <a:bodyPr/>
        <a:lstStyle/>
        <a:p>
          <a:r>
            <a:rPr lang="en-US" b="0" i="0"/>
            <a:t>Application Load Balancer (ALB) for production web apps</a:t>
          </a:r>
          <a:endParaRPr lang="en-US"/>
        </a:p>
      </dgm:t>
    </dgm:pt>
    <dgm:pt modelId="{CFA80DBC-119F-49FE-B159-2AAE87E9300F}" type="parTrans" cxnId="{257635B0-CABF-4633-97FC-34839651D1DB}">
      <dgm:prSet/>
      <dgm:spPr/>
      <dgm:t>
        <a:bodyPr/>
        <a:lstStyle/>
        <a:p>
          <a:endParaRPr lang="en-US"/>
        </a:p>
      </dgm:t>
    </dgm:pt>
    <dgm:pt modelId="{7064E691-951B-40FE-B61A-22850214B1FE}" type="sibTrans" cxnId="{257635B0-CABF-4633-97FC-34839651D1DB}">
      <dgm:prSet/>
      <dgm:spPr/>
      <dgm:t>
        <a:bodyPr/>
        <a:lstStyle/>
        <a:p>
          <a:endParaRPr lang="en-US"/>
        </a:p>
      </dgm:t>
    </dgm:pt>
    <dgm:pt modelId="{2A296872-69F4-4AE8-8C8B-7DD1C17D8732}" type="pres">
      <dgm:prSet presAssocID="{E0EEEA67-40E7-4B5C-BDCF-3A9B5F3ED8E7}" presName="root" presStyleCnt="0">
        <dgm:presLayoutVars>
          <dgm:dir/>
          <dgm:resizeHandles val="exact"/>
        </dgm:presLayoutVars>
      </dgm:prSet>
      <dgm:spPr/>
    </dgm:pt>
    <dgm:pt modelId="{92A2ADBA-061A-4410-937A-14033862EF18}" type="pres">
      <dgm:prSet presAssocID="{8E9AD6C3-8988-4713-9D91-517BA3382C72}" presName="compNode" presStyleCnt="0"/>
      <dgm:spPr/>
    </dgm:pt>
    <dgm:pt modelId="{84D3EE0C-A8F0-4113-B52E-C60DBA10EC36}" type="pres">
      <dgm:prSet presAssocID="{8E9AD6C3-8988-4713-9D91-517BA3382C72}" presName="bgRect" presStyleLbl="bgShp" presStyleIdx="0" presStyleCnt="6"/>
      <dgm:spPr/>
    </dgm:pt>
    <dgm:pt modelId="{9256BAD5-5233-4F84-9C8E-7353259F0D24}" type="pres">
      <dgm:prSet presAssocID="{8E9AD6C3-8988-4713-9D91-517BA3382C7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3758D50-74E2-456E-AF6D-8330CB43CCA5}" type="pres">
      <dgm:prSet presAssocID="{8E9AD6C3-8988-4713-9D91-517BA3382C72}" presName="spaceRect" presStyleCnt="0"/>
      <dgm:spPr/>
    </dgm:pt>
    <dgm:pt modelId="{97B23750-59B6-4E42-A6D0-4E861B0B9221}" type="pres">
      <dgm:prSet presAssocID="{8E9AD6C3-8988-4713-9D91-517BA3382C72}" presName="parTx" presStyleLbl="revTx" presStyleIdx="0" presStyleCnt="6">
        <dgm:presLayoutVars>
          <dgm:chMax val="0"/>
          <dgm:chPref val="0"/>
        </dgm:presLayoutVars>
      </dgm:prSet>
      <dgm:spPr/>
    </dgm:pt>
    <dgm:pt modelId="{DE86762A-572D-4B80-9C1B-E4EA70206CAD}" type="pres">
      <dgm:prSet presAssocID="{FD9E8749-8597-4289-93D4-4C280A670C54}" presName="sibTrans" presStyleCnt="0"/>
      <dgm:spPr/>
    </dgm:pt>
    <dgm:pt modelId="{18833287-A724-4771-91F7-53AA507FF65B}" type="pres">
      <dgm:prSet presAssocID="{CCC5F61B-A0F2-4F36-B8D8-974216DE4763}" presName="compNode" presStyleCnt="0"/>
      <dgm:spPr/>
    </dgm:pt>
    <dgm:pt modelId="{404E0B03-5B67-471D-B2B7-602B8D8E1A4C}" type="pres">
      <dgm:prSet presAssocID="{CCC5F61B-A0F2-4F36-B8D8-974216DE4763}" presName="bgRect" presStyleLbl="bgShp" presStyleIdx="1" presStyleCnt="6"/>
      <dgm:spPr/>
    </dgm:pt>
    <dgm:pt modelId="{78452EC4-4328-4FE4-9F0C-352320030E5E}" type="pres">
      <dgm:prSet presAssocID="{CCC5F61B-A0F2-4F36-B8D8-974216DE476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51508B7F-841C-4EE9-857B-838495A0E804}" type="pres">
      <dgm:prSet presAssocID="{CCC5F61B-A0F2-4F36-B8D8-974216DE4763}" presName="spaceRect" presStyleCnt="0"/>
      <dgm:spPr/>
    </dgm:pt>
    <dgm:pt modelId="{74C16FAB-D0D0-4FD2-A9D5-431DD793BF5E}" type="pres">
      <dgm:prSet presAssocID="{CCC5F61B-A0F2-4F36-B8D8-974216DE4763}" presName="parTx" presStyleLbl="revTx" presStyleIdx="1" presStyleCnt="6">
        <dgm:presLayoutVars>
          <dgm:chMax val="0"/>
          <dgm:chPref val="0"/>
        </dgm:presLayoutVars>
      </dgm:prSet>
      <dgm:spPr/>
    </dgm:pt>
    <dgm:pt modelId="{9D27AA48-5C6F-4DCA-94D7-25EA7E43EA19}" type="pres">
      <dgm:prSet presAssocID="{CE12984D-5DB7-47DD-85D3-F651D4492F93}" presName="sibTrans" presStyleCnt="0"/>
      <dgm:spPr/>
    </dgm:pt>
    <dgm:pt modelId="{BB971F80-BC44-4E51-A82D-7A725530A82D}" type="pres">
      <dgm:prSet presAssocID="{4EDAF740-D5F3-42F1-AF5D-AD58DA35172B}" presName="compNode" presStyleCnt="0"/>
      <dgm:spPr/>
    </dgm:pt>
    <dgm:pt modelId="{C9FD721E-D8D9-4265-985B-3DCEB378278F}" type="pres">
      <dgm:prSet presAssocID="{4EDAF740-D5F3-42F1-AF5D-AD58DA35172B}" presName="bgRect" presStyleLbl="bgShp" presStyleIdx="2" presStyleCnt="6"/>
      <dgm:spPr/>
    </dgm:pt>
    <dgm:pt modelId="{153EC8A7-7CA0-43DD-AA34-5195227151CE}" type="pres">
      <dgm:prSet presAssocID="{4EDAF740-D5F3-42F1-AF5D-AD58DA35172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6F4B2ABF-1334-4BD0-B31F-494E6328CD3C}" type="pres">
      <dgm:prSet presAssocID="{4EDAF740-D5F3-42F1-AF5D-AD58DA35172B}" presName="spaceRect" presStyleCnt="0"/>
      <dgm:spPr/>
    </dgm:pt>
    <dgm:pt modelId="{95AA963C-B811-40AF-BD2B-794E7E5D678A}" type="pres">
      <dgm:prSet presAssocID="{4EDAF740-D5F3-42F1-AF5D-AD58DA35172B}" presName="parTx" presStyleLbl="revTx" presStyleIdx="2" presStyleCnt="6">
        <dgm:presLayoutVars>
          <dgm:chMax val="0"/>
          <dgm:chPref val="0"/>
        </dgm:presLayoutVars>
      </dgm:prSet>
      <dgm:spPr/>
    </dgm:pt>
    <dgm:pt modelId="{FCC284A9-1C04-430B-89F4-2450D9B93FCA}" type="pres">
      <dgm:prSet presAssocID="{8B50FEE7-F135-4320-A09D-1199B04B2F16}" presName="sibTrans" presStyleCnt="0"/>
      <dgm:spPr/>
    </dgm:pt>
    <dgm:pt modelId="{89E76556-714C-4C79-B501-8861345A2431}" type="pres">
      <dgm:prSet presAssocID="{1AFB33C2-725C-4489-BFD8-759602479E1E}" presName="compNode" presStyleCnt="0"/>
      <dgm:spPr/>
    </dgm:pt>
    <dgm:pt modelId="{84F2F3D4-DF50-43EF-AE0C-B7BD628639F2}" type="pres">
      <dgm:prSet presAssocID="{1AFB33C2-725C-4489-BFD8-759602479E1E}" presName="bgRect" presStyleLbl="bgShp" presStyleIdx="3" presStyleCnt="6"/>
      <dgm:spPr/>
    </dgm:pt>
    <dgm:pt modelId="{8DD1972A-746C-4653-BB38-C4D13FC95172}" type="pres">
      <dgm:prSet presAssocID="{1AFB33C2-725C-4489-BFD8-759602479E1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E3C00E8-73E1-4DA6-ADAC-C1F7FFE672C8}" type="pres">
      <dgm:prSet presAssocID="{1AFB33C2-725C-4489-BFD8-759602479E1E}" presName="spaceRect" presStyleCnt="0"/>
      <dgm:spPr/>
    </dgm:pt>
    <dgm:pt modelId="{B8F6326A-061A-4960-AD7B-303AFC6E4DAC}" type="pres">
      <dgm:prSet presAssocID="{1AFB33C2-725C-4489-BFD8-759602479E1E}" presName="parTx" presStyleLbl="revTx" presStyleIdx="3" presStyleCnt="6">
        <dgm:presLayoutVars>
          <dgm:chMax val="0"/>
          <dgm:chPref val="0"/>
        </dgm:presLayoutVars>
      </dgm:prSet>
      <dgm:spPr/>
    </dgm:pt>
    <dgm:pt modelId="{E0E0EDDF-B22F-44C5-AB2F-B804B94214AB}" type="pres">
      <dgm:prSet presAssocID="{EE5A3516-385B-491D-846C-160FA22BC604}" presName="sibTrans" presStyleCnt="0"/>
      <dgm:spPr/>
    </dgm:pt>
    <dgm:pt modelId="{CED00F1D-E6D0-416A-A2B1-F1CB45876106}" type="pres">
      <dgm:prSet presAssocID="{8CB0D32B-E02A-4234-8DEC-39790163A91B}" presName="compNode" presStyleCnt="0"/>
      <dgm:spPr/>
    </dgm:pt>
    <dgm:pt modelId="{22275175-7589-48F7-B9C5-208EACC2EFD3}" type="pres">
      <dgm:prSet presAssocID="{8CB0D32B-E02A-4234-8DEC-39790163A91B}" presName="bgRect" presStyleLbl="bgShp" presStyleIdx="4" presStyleCnt="6"/>
      <dgm:spPr/>
    </dgm:pt>
    <dgm:pt modelId="{3413246F-4102-4013-BC7A-FCDE1BD91AAE}" type="pres">
      <dgm:prSet presAssocID="{8CB0D32B-E02A-4234-8DEC-39790163A91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B8AC77C-A7B1-45B1-B5BB-2C7CB3A82BEB}" type="pres">
      <dgm:prSet presAssocID="{8CB0D32B-E02A-4234-8DEC-39790163A91B}" presName="spaceRect" presStyleCnt="0"/>
      <dgm:spPr/>
    </dgm:pt>
    <dgm:pt modelId="{461230CB-9750-4322-B53A-48828A7B612C}" type="pres">
      <dgm:prSet presAssocID="{8CB0D32B-E02A-4234-8DEC-39790163A91B}" presName="parTx" presStyleLbl="revTx" presStyleIdx="4" presStyleCnt="6">
        <dgm:presLayoutVars>
          <dgm:chMax val="0"/>
          <dgm:chPref val="0"/>
        </dgm:presLayoutVars>
      </dgm:prSet>
      <dgm:spPr/>
    </dgm:pt>
    <dgm:pt modelId="{024BF298-2C03-464C-B16F-717E7B7CBD85}" type="pres">
      <dgm:prSet presAssocID="{E3F462D6-EC43-47C2-977B-786A48ECF079}" presName="sibTrans" presStyleCnt="0"/>
      <dgm:spPr/>
    </dgm:pt>
    <dgm:pt modelId="{27B3AF5B-7697-4EDF-99E2-35EBB79E751E}" type="pres">
      <dgm:prSet presAssocID="{2508BAAA-4DD5-4727-A7BB-80CD2C6399E1}" presName="compNode" presStyleCnt="0"/>
      <dgm:spPr/>
    </dgm:pt>
    <dgm:pt modelId="{E9298050-B9C0-429D-B414-EA8BAF59E4DF}" type="pres">
      <dgm:prSet presAssocID="{2508BAAA-4DD5-4727-A7BB-80CD2C6399E1}" presName="bgRect" presStyleLbl="bgShp" presStyleIdx="5" presStyleCnt="6"/>
      <dgm:spPr/>
    </dgm:pt>
    <dgm:pt modelId="{0265E9D1-1545-448B-BC05-ED8E0FBDB4D7}" type="pres">
      <dgm:prSet presAssocID="{2508BAAA-4DD5-4727-A7BB-80CD2C6399E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42A624D1-F0E5-4607-A706-D407B1ABCBA4}" type="pres">
      <dgm:prSet presAssocID="{2508BAAA-4DD5-4727-A7BB-80CD2C6399E1}" presName="spaceRect" presStyleCnt="0"/>
      <dgm:spPr/>
    </dgm:pt>
    <dgm:pt modelId="{306AC7DD-77D1-4BCA-B084-BB8FF2040135}" type="pres">
      <dgm:prSet presAssocID="{2508BAAA-4DD5-4727-A7BB-80CD2C6399E1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0A437922-ACA5-463B-B6E6-E7DB4AAF4A5C}" srcId="{E0EEEA67-40E7-4B5C-BDCF-3A9B5F3ED8E7}" destId="{1AFB33C2-725C-4489-BFD8-759602479E1E}" srcOrd="3" destOrd="0" parTransId="{05C4272B-EFE1-4030-8C54-F5B7C13515FB}" sibTransId="{EE5A3516-385B-491D-846C-160FA22BC604}"/>
    <dgm:cxn modelId="{6EEBB033-F2FB-45E6-98CD-929F1A34E6BF}" srcId="{E0EEEA67-40E7-4B5C-BDCF-3A9B5F3ED8E7}" destId="{CCC5F61B-A0F2-4F36-B8D8-974216DE4763}" srcOrd="1" destOrd="0" parTransId="{815828F5-F451-4E15-994E-B6BF425A1938}" sibTransId="{CE12984D-5DB7-47DD-85D3-F651D4492F93}"/>
    <dgm:cxn modelId="{E1F4F662-8A26-4485-923E-31A7232BFB2B}" type="presOf" srcId="{E0EEEA67-40E7-4B5C-BDCF-3A9B5F3ED8E7}" destId="{2A296872-69F4-4AE8-8C8B-7DD1C17D8732}" srcOrd="0" destOrd="0" presId="urn:microsoft.com/office/officeart/2018/2/layout/IconVerticalSolidList"/>
    <dgm:cxn modelId="{28112C6D-6280-4EBC-92B6-2857589677DC}" srcId="{E0EEEA67-40E7-4B5C-BDCF-3A9B5F3ED8E7}" destId="{8CB0D32B-E02A-4234-8DEC-39790163A91B}" srcOrd="4" destOrd="0" parTransId="{00FC1D50-8480-4030-8EF5-ABD9089503CE}" sibTransId="{E3F462D6-EC43-47C2-977B-786A48ECF079}"/>
    <dgm:cxn modelId="{D7629C50-4D31-4237-846B-FEC21522A598}" type="presOf" srcId="{2508BAAA-4DD5-4727-A7BB-80CD2C6399E1}" destId="{306AC7DD-77D1-4BCA-B084-BB8FF2040135}" srcOrd="0" destOrd="0" presId="urn:microsoft.com/office/officeart/2018/2/layout/IconVerticalSolidList"/>
    <dgm:cxn modelId="{D2B0B371-FC61-4BBF-AE37-32F0E686E5B1}" srcId="{E0EEEA67-40E7-4B5C-BDCF-3A9B5F3ED8E7}" destId="{8E9AD6C3-8988-4713-9D91-517BA3382C72}" srcOrd="0" destOrd="0" parTransId="{8A3F39DB-A143-4E25-8D5D-B3539CEFADC9}" sibTransId="{FD9E8749-8597-4289-93D4-4C280A670C54}"/>
    <dgm:cxn modelId="{3DF80876-C9B3-45C0-8D87-4D8DCA634F74}" type="presOf" srcId="{1AFB33C2-725C-4489-BFD8-759602479E1E}" destId="{B8F6326A-061A-4960-AD7B-303AFC6E4DAC}" srcOrd="0" destOrd="0" presId="urn:microsoft.com/office/officeart/2018/2/layout/IconVerticalSolidList"/>
    <dgm:cxn modelId="{450DE058-6F36-4ECE-A43F-4D1F01F22CF1}" type="presOf" srcId="{8E9AD6C3-8988-4713-9D91-517BA3382C72}" destId="{97B23750-59B6-4E42-A6D0-4E861B0B9221}" srcOrd="0" destOrd="0" presId="urn:microsoft.com/office/officeart/2018/2/layout/IconVerticalSolidList"/>
    <dgm:cxn modelId="{3821418E-6A91-4E92-ACD6-B01D23E5B316}" type="presOf" srcId="{8CB0D32B-E02A-4234-8DEC-39790163A91B}" destId="{461230CB-9750-4322-B53A-48828A7B612C}" srcOrd="0" destOrd="0" presId="urn:microsoft.com/office/officeart/2018/2/layout/IconVerticalSolidList"/>
    <dgm:cxn modelId="{AD3F839E-A0CA-43E4-A2F7-7276B7013974}" type="presOf" srcId="{4EDAF740-D5F3-42F1-AF5D-AD58DA35172B}" destId="{95AA963C-B811-40AF-BD2B-794E7E5D678A}" srcOrd="0" destOrd="0" presId="urn:microsoft.com/office/officeart/2018/2/layout/IconVerticalSolidList"/>
    <dgm:cxn modelId="{257635B0-CABF-4633-97FC-34839651D1DB}" srcId="{E0EEEA67-40E7-4B5C-BDCF-3A9B5F3ED8E7}" destId="{2508BAAA-4DD5-4727-A7BB-80CD2C6399E1}" srcOrd="5" destOrd="0" parTransId="{CFA80DBC-119F-49FE-B159-2AAE87E9300F}" sibTransId="{7064E691-951B-40FE-B61A-22850214B1FE}"/>
    <dgm:cxn modelId="{DAFCB6C5-0046-4E3B-BEBF-295C586D0A92}" srcId="{E0EEEA67-40E7-4B5C-BDCF-3A9B5F3ED8E7}" destId="{4EDAF740-D5F3-42F1-AF5D-AD58DA35172B}" srcOrd="2" destOrd="0" parTransId="{B4125045-E80E-408A-8559-DD08919260C6}" sibTransId="{8B50FEE7-F135-4320-A09D-1199B04B2F16}"/>
    <dgm:cxn modelId="{52B9B1CE-67DC-4F1B-AB8B-DB2D27433CF3}" type="presOf" srcId="{CCC5F61B-A0F2-4F36-B8D8-974216DE4763}" destId="{74C16FAB-D0D0-4FD2-A9D5-431DD793BF5E}" srcOrd="0" destOrd="0" presId="urn:microsoft.com/office/officeart/2018/2/layout/IconVerticalSolidList"/>
    <dgm:cxn modelId="{6509DA59-6959-47DB-ADB1-4629754B200D}" type="presParOf" srcId="{2A296872-69F4-4AE8-8C8B-7DD1C17D8732}" destId="{92A2ADBA-061A-4410-937A-14033862EF18}" srcOrd="0" destOrd="0" presId="urn:microsoft.com/office/officeart/2018/2/layout/IconVerticalSolidList"/>
    <dgm:cxn modelId="{5625F52C-1F11-4E5A-962C-E19539C42364}" type="presParOf" srcId="{92A2ADBA-061A-4410-937A-14033862EF18}" destId="{84D3EE0C-A8F0-4113-B52E-C60DBA10EC36}" srcOrd="0" destOrd="0" presId="urn:microsoft.com/office/officeart/2018/2/layout/IconVerticalSolidList"/>
    <dgm:cxn modelId="{7C4EE7A8-7F46-44CE-8ACA-2EE038F57FCB}" type="presParOf" srcId="{92A2ADBA-061A-4410-937A-14033862EF18}" destId="{9256BAD5-5233-4F84-9C8E-7353259F0D24}" srcOrd="1" destOrd="0" presId="urn:microsoft.com/office/officeart/2018/2/layout/IconVerticalSolidList"/>
    <dgm:cxn modelId="{D5E78B4A-21DE-40C0-BE9D-D670D2121220}" type="presParOf" srcId="{92A2ADBA-061A-4410-937A-14033862EF18}" destId="{33758D50-74E2-456E-AF6D-8330CB43CCA5}" srcOrd="2" destOrd="0" presId="urn:microsoft.com/office/officeart/2018/2/layout/IconVerticalSolidList"/>
    <dgm:cxn modelId="{815E925C-B3F4-4B03-B4D6-D480193DD36E}" type="presParOf" srcId="{92A2ADBA-061A-4410-937A-14033862EF18}" destId="{97B23750-59B6-4E42-A6D0-4E861B0B9221}" srcOrd="3" destOrd="0" presId="urn:microsoft.com/office/officeart/2018/2/layout/IconVerticalSolidList"/>
    <dgm:cxn modelId="{B5950C6C-4468-4CEE-9085-1A8F2271F2CF}" type="presParOf" srcId="{2A296872-69F4-4AE8-8C8B-7DD1C17D8732}" destId="{DE86762A-572D-4B80-9C1B-E4EA70206CAD}" srcOrd="1" destOrd="0" presId="urn:microsoft.com/office/officeart/2018/2/layout/IconVerticalSolidList"/>
    <dgm:cxn modelId="{4A3D3381-0ADA-4B18-A116-6B08CDECE863}" type="presParOf" srcId="{2A296872-69F4-4AE8-8C8B-7DD1C17D8732}" destId="{18833287-A724-4771-91F7-53AA507FF65B}" srcOrd="2" destOrd="0" presId="urn:microsoft.com/office/officeart/2018/2/layout/IconVerticalSolidList"/>
    <dgm:cxn modelId="{ADFC103B-8CAE-4704-9FC2-67A117E0333A}" type="presParOf" srcId="{18833287-A724-4771-91F7-53AA507FF65B}" destId="{404E0B03-5B67-471D-B2B7-602B8D8E1A4C}" srcOrd="0" destOrd="0" presId="urn:microsoft.com/office/officeart/2018/2/layout/IconVerticalSolidList"/>
    <dgm:cxn modelId="{4647C6EE-BD2E-4234-AFA7-EBB3EB2C2A4A}" type="presParOf" srcId="{18833287-A724-4771-91F7-53AA507FF65B}" destId="{78452EC4-4328-4FE4-9F0C-352320030E5E}" srcOrd="1" destOrd="0" presId="urn:microsoft.com/office/officeart/2018/2/layout/IconVerticalSolidList"/>
    <dgm:cxn modelId="{13C5C89E-A97C-4905-AE96-0A3F272A074F}" type="presParOf" srcId="{18833287-A724-4771-91F7-53AA507FF65B}" destId="{51508B7F-841C-4EE9-857B-838495A0E804}" srcOrd="2" destOrd="0" presId="urn:microsoft.com/office/officeart/2018/2/layout/IconVerticalSolidList"/>
    <dgm:cxn modelId="{00EECEEB-6EF6-4609-9D34-EC62BA1FC8E2}" type="presParOf" srcId="{18833287-A724-4771-91F7-53AA507FF65B}" destId="{74C16FAB-D0D0-4FD2-A9D5-431DD793BF5E}" srcOrd="3" destOrd="0" presId="urn:microsoft.com/office/officeart/2018/2/layout/IconVerticalSolidList"/>
    <dgm:cxn modelId="{ECF94778-A842-47FB-AC98-7EDDC0762657}" type="presParOf" srcId="{2A296872-69F4-4AE8-8C8B-7DD1C17D8732}" destId="{9D27AA48-5C6F-4DCA-94D7-25EA7E43EA19}" srcOrd="3" destOrd="0" presId="urn:microsoft.com/office/officeart/2018/2/layout/IconVerticalSolidList"/>
    <dgm:cxn modelId="{485C9588-0ECD-446C-B60D-61F2A7649C93}" type="presParOf" srcId="{2A296872-69F4-4AE8-8C8B-7DD1C17D8732}" destId="{BB971F80-BC44-4E51-A82D-7A725530A82D}" srcOrd="4" destOrd="0" presId="urn:microsoft.com/office/officeart/2018/2/layout/IconVerticalSolidList"/>
    <dgm:cxn modelId="{3C03C554-781B-42F1-A698-DD67E3156189}" type="presParOf" srcId="{BB971F80-BC44-4E51-A82D-7A725530A82D}" destId="{C9FD721E-D8D9-4265-985B-3DCEB378278F}" srcOrd="0" destOrd="0" presId="urn:microsoft.com/office/officeart/2018/2/layout/IconVerticalSolidList"/>
    <dgm:cxn modelId="{239C43EA-7002-4C38-AD35-7AA63449694E}" type="presParOf" srcId="{BB971F80-BC44-4E51-A82D-7A725530A82D}" destId="{153EC8A7-7CA0-43DD-AA34-5195227151CE}" srcOrd="1" destOrd="0" presId="urn:microsoft.com/office/officeart/2018/2/layout/IconVerticalSolidList"/>
    <dgm:cxn modelId="{34FE8065-A383-4EF7-B62E-00F8A51304F0}" type="presParOf" srcId="{BB971F80-BC44-4E51-A82D-7A725530A82D}" destId="{6F4B2ABF-1334-4BD0-B31F-494E6328CD3C}" srcOrd="2" destOrd="0" presId="urn:microsoft.com/office/officeart/2018/2/layout/IconVerticalSolidList"/>
    <dgm:cxn modelId="{F41AF225-A866-4244-A2E9-2EDD1FB4694A}" type="presParOf" srcId="{BB971F80-BC44-4E51-A82D-7A725530A82D}" destId="{95AA963C-B811-40AF-BD2B-794E7E5D678A}" srcOrd="3" destOrd="0" presId="urn:microsoft.com/office/officeart/2018/2/layout/IconVerticalSolidList"/>
    <dgm:cxn modelId="{303FFD6D-F4BA-440B-9774-11E6BDBAEF3E}" type="presParOf" srcId="{2A296872-69F4-4AE8-8C8B-7DD1C17D8732}" destId="{FCC284A9-1C04-430B-89F4-2450D9B93FCA}" srcOrd="5" destOrd="0" presId="urn:microsoft.com/office/officeart/2018/2/layout/IconVerticalSolidList"/>
    <dgm:cxn modelId="{499AE976-3224-447A-8E2A-72AAAD8E3292}" type="presParOf" srcId="{2A296872-69F4-4AE8-8C8B-7DD1C17D8732}" destId="{89E76556-714C-4C79-B501-8861345A2431}" srcOrd="6" destOrd="0" presId="urn:microsoft.com/office/officeart/2018/2/layout/IconVerticalSolidList"/>
    <dgm:cxn modelId="{A35E0474-62A7-4767-B541-B571A5B3CB02}" type="presParOf" srcId="{89E76556-714C-4C79-B501-8861345A2431}" destId="{84F2F3D4-DF50-43EF-AE0C-B7BD628639F2}" srcOrd="0" destOrd="0" presId="urn:microsoft.com/office/officeart/2018/2/layout/IconVerticalSolidList"/>
    <dgm:cxn modelId="{1EC71E8B-F5F5-4308-A642-3E5844F93A59}" type="presParOf" srcId="{89E76556-714C-4C79-B501-8861345A2431}" destId="{8DD1972A-746C-4653-BB38-C4D13FC95172}" srcOrd="1" destOrd="0" presId="urn:microsoft.com/office/officeart/2018/2/layout/IconVerticalSolidList"/>
    <dgm:cxn modelId="{CC189321-6365-49AF-A62A-A6D4CD555E34}" type="presParOf" srcId="{89E76556-714C-4C79-B501-8861345A2431}" destId="{4E3C00E8-73E1-4DA6-ADAC-C1F7FFE672C8}" srcOrd="2" destOrd="0" presId="urn:microsoft.com/office/officeart/2018/2/layout/IconVerticalSolidList"/>
    <dgm:cxn modelId="{47AFBC71-E9B6-45CB-A3E1-C957751F22A5}" type="presParOf" srcId="{89E76556-714C-4C79-B501-8861345A2431}" destId="{B8F6326A-061A-4960-AD7B-303AFC6E4DAC}" srcOrd="3" destOrd="0" presId="urn:microsoft.com/office/officeart/2018/2/layout/IconVerticalSolidList"/>
    <dgm:cxn modelId="{E9830D0A-40A5-4584-A5A9-9920994D4D8E}" type="presParOf" srcId="{2A296872-69F4-4AE8-8C8B-7DD1C17D8732}" destId="{E0E0EDDF-B22F-44C5-AB2F-B804B94214AB}" srcOrd="7" destOrd="0" presId="urn:microsoft.com/office/officeart/2018/2/layout/IconVerticalSolidList"/>
    <dgm:cxn modelId="{8A7082D3-E442-4A87-8448-A15C8B7EC600}" type="presParOf" srcId="{2A296872-69F4-4AE8-8C8B-7DD1C17D8732}" destId="{CED00F1D-E6D0-416A-A2B1-F1CB45876106}" srcOrd="8" destOrd="0" presId="urn:microsoft.com/office/officeart/2018/2/layout/IconVerticalSolidList"/>
    <dgm:cxn modelId="{92BFABCA-EE10-4583-9F5B-781134C51CE2}" type="presParOf" srcId="{CED00F1D-E6D0-416A-A2B1-F1CB45876106}" destId="{22275175-7589-48F7-B9C5-208EACC2EFD3}" srcOrd="0" destOrd="0" presId="urn:microsoft.com/office/officeart/2018/2/layout/IconVerticalSolidList"/>
    <dgm:cxn modelId="{F3492CBE-E286-4BC4-B053-6C1097CDD298}" type="presParOf" srcId="{CED00F1D-E6D0-416A-A2B1-F1CB45876106}" destId="{3413246F-4102-4013-BC7A-FCDE1BD91AAE}" srcOrd="1" destOrd="0" presId="urn:microsoft.com/office/officeart/2018/2/layout/IconVerticalSolidList"/>
    <dgm:cxn modelId="{65865837-8D62-4C7C-B506-329DD2B17A8C}" type="presParOf" srcId="{CED00F1D-E6D0-416A-A2B1-F1CB45876106}" destId="{FB8AC77C-A7B1-45B1-B5BB-2C7CB3A82BEB}" srcOrd="2" destOrd="0" presId="urn:microsoft.com/office/officeart/2018/2/layout/IconVerticalSolidList"/>
    <dgm:cxn modelId="{87A8523D-27BE-4C15-8386-57D2CCC3ACD6}" type="presParOf" srcId="{CED00F1D-E6D0-416A-A2B1-F1CB45876106}" destId="{461230CB-9750-4322-B53A-48828A7B612C}" srcOrd="3" destOrd="0" presId="urn:microsoft.com/office/officeart/2018/2/layout/IconVerticalSolidList"/>
    <dgm:cxn modelId="{05FE9C30-2F4F-4E97-A50F-3CBD47CEB553}" type="presParOf" srcId="{2A296872-69F4-4AE8-8C8B-7DD1C17D8732}" destId="{024BF298-2C03-464C-B16F-717E7B7CBD85}" srcOrd="9" destOrd="0" presId="urn:microsoft.com/office/officeart/2018/2/layout/IconVerticalSolidList"/>
    <dgm:cxn modelId="{90347839-2CDE-401C-BE51-541D8DEDC63E}" type="presParOf" srcId="{2A296872-69F4-4AE8-8C8B-7DD1C17D8732}" destId="{27B3AF5B-7697-4EDF-99E2-35EBB79E751E}" srcOrd="10" destOrd="0" presId="urn:microsoft.com/office/officeart/2018/2/layout/IconVerticalSolidList"/>
    <dgm:cxn modelId="{8633A266-15EF-4ABA-8E6C-2E73F2DEEBAF}" type="presParOf" srcId="{27B3AF5B-7697-4EDF-99E2-35EBB79E751E}" destId="{E9298050-B9C0-429D-B414-EA8BAF59E4DF}" srcOrd="0" destOrd="0" presId="urn:microsoft.com/office/officeart/2018/2/layout/IconVerticalSolidList"/>
    <dgm:cxn modelId="{32382BBF-3D1B-437B-A0D0-428888625E3C}" type="presParOf" srcId="{27B3AF5B-7697-4EDF-99E2-35EBB79E751E}" destId="{0265E9D1-1545-448B-BC05-ED8E0FBDB4D7}" srcOrd="1" destOrd="0" presId="urn:microsoft.com/office/officeart/2018/2/layout/IconVerticalSolidList"/>
    <dgm:cxn modelId="{16EC9F24-9D3B-4902-8191-082960A3728E}" type="presParOf" srcId="{27B3AF5B-7697-4EDF-99E2-35EBB79E751E}" destId="{42A624D1-F0E5-4607-A706-D407B1ABCBA4}" srcOrd="2" destOrd="0" presId="urn:microsoft.com/office/officeart/2018/2/layout/IconVerticalSolidList"/>
    <dgm:cxn modelId="{FCC44E03-9361-4966-9797-9D4316D6B995}" type="presParOf" srcId="{27B3AF5B-7697-4EDF-99E2-35EBB79E751E}" destId="{306AC7DD-77D1-4BCA-B084-BB8FF204013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2BC2C00-42F7-432E-99B0-B7B1460E66C6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32BDC35-5789-41A6-A87C-33D90FF711EC}">
      <dgm:prSet/>
      <dgm:spPr/>
      <dgm:t>
        <a:bodyPr/>
        <a:lstStyle/>
        <a:p>
          <a:r>
            <a:rPr lang="en-US" b="0" i="0"/>
            <a:t>Add a Dockerfile to your application root</a:t>
          </a:r>
          <a:endParaRPr lang="en-US"/>
        </a:p>
      </dgm:t>
    </dgm:pt>
    <dgm:pt modelId="{A6016B9A-9E4F-4A5C-AC7E-0A4B22DABA16}" type="parTrans" cxnId="{6F17B9BB-BDF8-41E3-AE38-9641A0383C0B}">
      <dgm:prSet/>
      <dgm:spPr/>
      <dgm:t>
        <a:bodyPr/>
        <a:lstStyle/>
        <a:p>
          <a:endParaRPr lang="en-US"/>
        </a:p>
      </dgm:t>
    </dgm:pt>
    <dgm:pt modelId="{68CE8775-8EC3-4858-900B-9F1762DC7D75}" type="sibTrans" cxnId="{6F17B9BB-BDF8-41E3-AE38-9641A0383C0B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D0D6BF1-60B4-4FA2-B2E0-E7A6171DCD0D}">
      <dgm:prSet/>
      <dgm:spPr/>
      <dgm:t>
        <a:bodyPr/>
        <a:lstStyle/>
        <a:p>
          <a:r>
            <a:rPr lang="en-US" b="0" i="0"/>
            <a:t>Example (Java app): FROM amazoncorretto:21-alpine; COPY app.jar; EXPOSE 8080; ENTRYPOINT ["java","-jar","app.jar"]</a:t>
          </a:r>
          <a:endParaRPr lang="en-US"/>
        </a:p>
      </dgm:t>
    </dgm:pt>
    <dgm:pt modelId="{10C7794E-F1A3-480B-8526-7289F110183F}" type="parTrans" cxnId="{543D9034-EDB1-41BE-9CA4-A80790948D2A}">
      <dgm:prSet/>
      <dgm:spPr/>
      <dgm:t>
        <a:bodyPr/>
        <a:lstStyle/>
        <a:p>
          <a:endParaRPr lang="en-US"/>
        </a:p>
      </dgm:t>
    </dgm:pt>
    <dgm:pt modelId="{35E1A232-C3E0-4A0A-B891-62ECBFB640E8}" type="sibTrans" cxnId="{543D9034-EDB1-41BE-9CA4-A80790948D2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09062E1-AD89-4122-81FF-0BAA9E50713D}">
      <dgm:prSet/>
      <dgm:spPr/>
      <dgm:t>
        <a:bodyPr/>
        <a:lstStyle/>
        <a:p>
          <a:r>
            <a:rPr lang="en-US" b="0" i="0"/>
            <a:t>Build and run the Docker image locally to verify</a:t>
          </a:r>
          <a:endParaRPr lang="en-US"/>
        </a:p>
      </dgm:t>
    </dgm:pt>
    <dgm:pt modelId="{8D5E58C5-80AC-410A-9A30-38298EBBEC33}" type="parTrans" cxnId="{E4C9CA69-DA52-4672-A84C-58F83F4B798F}">
      <dgm:prSet/>
      <dgm:spPr/>
      <dgm:t>
        <a:bodyPr/>
        <a:lstStyle/>
        <a:p>
          <a:endParaRPr lang="en-US"/>
        </a:p>
      </dgm:t>
    </dgm:pt>
    <dgm:pt modelId="{7FD3A3DD-02C6-4285-95D0-5805AE028E34}" type="sibTrans" cxnId="{E4C9CA69-DA52-4672-A84C-58F83F4B798F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955AAA7-3CBA-40A4-8E6D-2FAE4102E36F}">
      <dgm:prSet/>
      <dgm:spPr/>
      <dgm:t>
        <a:bodyPr/>
        <a:lstStyle/>
        <a:p>
          <a:r>
            <a:rPr lang="en-US" b="0" i="0"/>
            <a:t>Push code (including Dockerfile) to CodeCommit or GitHub</a:t>
          </a:r>
          <a:endParaRPr lang="en-US"/>
        </a:p>
      </dgm:t>
    </dgm:pt>
    <dgm:pt modelId="{A784A616-6A2C-495F-9CF2-905D1AD17A50}" type="parTrans" cxnId="{69EBD261-DFBC-4708-B3D4-8A82458C4E66}">
      <dgm:prSet/>
      <dgm:spPr/>
      <dgm:t>
        <a:bodyPr/>
        <a:lstStyle/>
        <a:p>
          <a:endParaRPr lang="en-US"/>
        </a:p>
      </dgm:t>
    </dgm:pt>
    <dgm:pt modelId="{4FF957DC-4703-4325-8E32-A74D82CFF478}" type="sibTrans" cxnId="{69EBD261-DFBC-4708-B3D4-8A82458C4E66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F8BD4B69-ACF5-493D-B773-DBEAF73E92FC}" type="pres">
      <dgm:prSet presAssocID="{D2BC2C00-42F7-432E-99B0-B7B1460E66C6}" presName="linearFlow" presStyleCnt="0">
        <dgm:presLayoutVars>
          <dgm:dir/>
          <dgm:animLvl val="lvl"/>
          <dgm:resizeHandles val="exact"/>
        </dgm:presLayoutVars>
      </dgm:prSet>
      <dgm:spPr/>
    </dgm:pt>
    <dgm:pt modelId="{3572BDA5-C30D-491E-888F-9B0544F3CFD6}" type="pres">
      <dgm:prSet presAssocID="{232BDC35-5789-41A6-A87C-33D90FF711EC}" presName="compositeNode" presStyleCnt="0"/>
      <dgm:spPr/>
    </dgm:pt>
    <dgm:pt modelId="{BD198BA7-DB6D-431F-94E0-0F0057410A32}" type="pres">
      <dgm:prSet presAssocID="{232BDC35-5789-41A6-A87C-33D90FF711E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8A00E0E-4CFA-49FD-AFFA-81100637E40A}" type="pres">
      <dgm:prSet presAssocID="{232BDC35-5789-41A6-A87C-33D90FF711EC}" presName="parSh" presStyleCnt="0"/>
      <dgm:spPr/>
    </dgm:pt>
    <dgm:pt modelId="{28B819F0-C154-4779-9175-BB7A5BE969ED}" type="pres">
      <dgm:prSet presAssocID="{232BDC35-5789-41A6-A87C-33D90FF711EC}" presName="lineNode" presStyleLbl="alignAccFollowNode1" presStyleIdx="0" presStyleCnt="12"/>
      <dgm:spPr/>
    </dgm:pt>
    <dgm:pt modelId="{8BF9AE3E-8270-42F7-9612-5BB3A65B3B79}" type="pres">
      <dgm:prSet presAssocID="{232BDC35-5789-41A6-A87C-33D90FF711EC}" presName="lineArrowNode" presStyleLbl="alignAccFollowNode1" presStyleIdx="1" presStyleCnt="12"/>
      <dgm:spPr/>
    </dgm:pt>
    <dgm:pt modelId="{9932F3D1-927B-46A9-BF48-2CC8E9B010F2}" type="pres">
      <dgm:prSet presAssocID="{68CE8775-8EC3-4858-900B-9F1762DC7D75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1D254298-245B-442C-9935-2C8EE42AA2D5}" type="pres">
      <dgm:prSet presAssocID="{68CE8775-8EC3-4858-900B-9F1762DC7D75}" presName="spacerBetweenCircleAndCallout" presStyleCnt="0">
        <dgm:presLayoutVars/>
      </dgm:prSet>
      <dgm:spPr/>
    </dgm:pt>
    <dgm:pt modelId="{6BD1FB02-55D8-4667-87B1-3FBBBE9BDFBC}" type="pres">
      <dgm:prSet presAssocID="{232BDC35-5789-41A6-A87C-33D90FF711EC}" presName="nodeText" presStyleLbl="alignAccFollowNode1" presStyleIdx="2" presStyleCnt="12">
        <dgm:presLayoutVars>
          <dgm:bulletEnabled val="1"/>
        </dgm:presLayoutVars>
      </dgm:prSet>
      <dgm:spPr/>
    </dgm:pt>
    <dgm:pt modelId="{1E481757-1F25-4887-98BF-8E95BBFA53FD}" type="pres">
      <dgm:prSet presAssocID="{68CE8775-8EC3-4858-900B-9F1762DC7D75}" presName="sibTransComposite" presStyleCnt="0"/>
      <dgm:spPr/>
    </dgm:pt>
    <dgm:pt modelId="{842A4820-7D62-487F-BCA9-A21572F275E9}" type="pres">
      <dgm:prSet presAssocID="{0D0D6BF1-60B4-4FA2-B2E0-E7A6171DCD0D}" presName="compositeNode" presStyleCnt="0"/>
      <dgm:spPr/>
    </dgm:pt>
    <dgm:pt modelId="{F2BF6C8E-A361-4C8B-8E32-A5C8AF9594B7}" type="pres">
      <dgm:prSet presAssocID="{0D0D6BF1-60B4-4FA2-B2E0-E7A6171DCD0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BCBF282-62C4-4531-A5ED-D5C68E47AF5B}" type="pres">
      <dgm:prSet presAssocID="{0D0D6BF1-60B4-4FA2-B2E0-E7A6171DCD0D}" presName="parSh" presStyleCnt="0"/>
      <dgm:spPr/>
    </dgm:pt>
    <dgm:pt modelId="{5E5E229D-A5BC-409D-9CB2-40C4BCDAAA79}" type="pres">
      <dgm:prSet presAssocID="{0D0D6BF1-60B4-4FA2-B2E0-E7A6171DCD0D}" presName="lineNode" presStyleLbl="alignAccFollowNode1" presStyleIdx="3" presStyleCnt="12"/>
      <dgm:spPr/>
    </dgm:pt>
    <dgm:pt modelId="{0F5EA90A-7A18-432D-BC1C-AE0DEA2E06FB}" type="pres">
      <dgm:prSet presAssocID="{0D0D6BF1-60B4-4FA2-B2E0-E7A6171DCD0D}" presName="lineArrowNode" presStyleLbl="alignAccFollowNode1" presStyleIdx="4" presStyleCnt="12"/>
      <dgm:spPr/>
    </dgm:pt>
    <dgm:pt modelId="{5F640F5A-962A-4EEE-9671-832A4C89092D}" type="pres">
      <dgm:prSet presAssocID="{35E1A232-C3E0-4A0A-B891-62ECBFB640E8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148B7CDC-F995-4056-B64B-A6361545F0EA}" type="pres">
      <dgm:prSet presAssocID="{35E1A232-C3E0-4A0A-B891-62ECBFB640E8}" presName="spacerBetweenCircleAndCallout" presStyleCnt="0">
        <dgm:presLayoutVars/>
      </dgm:prSet>
      <dgm:spPr/>
    </dgm:pt>
    <dgm:pt modelId="{EB93C135-1300-4464-9EDF-3C42FF7F5173}" type="pres">
      <dgm:prSet presAssocID="{0D0D6BF1-60B4-4FA2-B2E0-E7A6171DCD0D}" presName="nodeText" presStyleLbl="alignAccFollowNode1" presStyleIdx="5" presStyleCnt="12">
        <dgm:presLayoutVars>
          <dgm:bulletEnabled val="1"/>
        </dgm:presLayoutVars>
      </dgm:prSet>
      <dgm:spPr/>
    </dgm:pt>
    <dgm:pt modelId="{8EF910E8-E801-4EEB-A39F-2BE95788E63E}" type="pres">
      <dgm:prSet presAssocID="{35E1A232-C3E0-4A0A-B891-62ECBFB640E8}" presName="sibTransComposite" presStyleCnt="0"/>
      <dgm:spPr/>
    </dgm:pt>
    <dgm:pt modelId="{A2339EF7-56A9-4C9D-89FB-06E7AE80ED34}" type="pres">
      <dgm:prSet presAssocID="{909062E1-AD89-4122-81FF-0BAA9E50713D}" presName="compositeNode" presStyleCnt="0"/>
      <dgm:spPr/>
    </dgm:pt>
    <dgm:pt modelId="{C64BAF3B-A1A6-425B-8509-D6AB5D30EA06}" type="pres">
      <dgm:prSet presAssocID="{909062E1-AD89-4122-81FF-0BAA9E50713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9A54C6F-47A0-4E53-928D-8C93785DE427}" type="pres">
      <dgm:prSet presAssocID="{909062E1-AD89-4122-81FF-0BAA9E50713D}" presName="parSh" presStyleCnt="0"/>
      <dgm:spPr/>
    </dgm:pt>
    <dgm:pt modelId="{B96A4485-9CCE-4E84-84FA-B100E8FFF783}" type="pres">
      <dgm:prSet presAssocID="{909062E1-AD89-4122-81FF-0BAA9E50713D}" presName="lineNode" presStyleLbl="alignAccFollowNode1" presStyleIdx="6" presStyleCnt="12"/>
      <dgm:spPr/>
    </dgm:pt>
    <dgm:pt modelId="{6EE3A8D6-3D98-4B98-9884-B7829FB6C86E}" type="pres">
      <dgm:prSet presAssocID="{909062E1-AD89-4122-81FF-0BAA9E50713D}" presName="lineArrowNode" presStyleLbl="alignAccFollowNode1" presStyleIdx="7" presStyleCnt="12"/>
      <dgm:spPr/>
    </dgm:pt>
    <dgm:pt modelId="{E0C4A228-E517-4009-A547-41DA50DC66CF}" type="pres">
      <dgm:prSet presAssocID="{7FD3A3DD-02C6-4285-95D0-5805AE028E34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25C43A47-B907-45B8-95A1-77F32880AE50}" type="pres">
      <dgm:prSet presAssocID="{7FD3A3DD-02C6-4285-95D0-5805AE028E34}" presName="spacerBetweenCircleAndCallout" presStyleCnt="0">
        <dgm:presLayoutVars/>
      </dgm:prSet>
      <dgm:spPr/>
    </dgm:pt>
    <dgm:pt modelId="{16D6A97F-C966-45C7-9F90-E096B5D0E6A1}" type="pres">
      <dgm:prSet presAssocID="{909062E1-AD89-4122-81FF-0BAA9E50713D}" presName="nodeText" presStyleLbl="alignAccFollowNode1" presStyleIdx="8" presStyleCnt="12">
        <dgm:presLayoutVars>
          <dgm:bulletEnabled val="1"/>
        </dgm:presLayoutVars>
      </dgm:prSet>
      <dgm:spPr/>
    </dgm:pt>
    <dgm:pt modelId="{D7D430D8-B074-489C-8720-19441D7CAF09}" type="pres">
      <dgm:prSet presAssocID="{7FD3A3DD-02C6-4285-95D0-5805AE028E34}" presName="sibTransComposite" presStyleCnt="0"/>
      <dgm:spPr/>
    </dgm:pt>
    <dgm:pt modelId="{FAAFC4B6-6A7D-457A-A0FF-78206CD1EA85}" type="pres">
      <dgm:prSet presAssocID="{E955AAA7-3CBA-40A4-8E6D-2FAE4102E36F}" presName="compositeNode" presStyleCnt="0"/>
      <dgm:spPr/>
    </dgm:pt>
    <dgm:pt modelId="{CB6EA192-FCB6-40C6-B869-C169099F688B}" type="pres">
      <dgm:prSet presAssocID="{E955AAA7-3CBA-40A4-8E6D-2FAE4102E36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3272FBA-D346-4352-9913-B6AA5EC475C9}" type="pres">
      <dgm:prSet presAssocID="{E955AAA7-3CBA-40A4-8E6D-2FAE4102E36F}" presName="parSh" presStyleCnt="0"/>
      <dgm:spPr/>
    </dgm:pt>
    <dgm:pt modelId="{5742496A-AC3B-4535-B736-ABB9612AAE4F}" type="pres">
      <dgm:prSet presAssocID="{E955AAA7-3CBA-40A4-8E6D-2FAE4102E36F}" presName="lineNode" presStyleLbl="alignAccFollowNode1" presStyleIdx="9" presStyleCnt="12"/>
      <dgm:spPr/>
    </dgm:pt>
    <dgm:pt modelId="{4F0D16FB-BBC9-453C-961A-C4DBA9272E31}" type="pres">
      <dgm:prSet presAssocID="{E955AAA7-3CBA-40A4-8E6D-2FAE4102E36F}" presName="lineArrowNode" presStyleLbl="alignAccFollowNode1" presStyleIdx="10" presStyleCnt="12"/>
      <dgm:spPr/>
    </dgm:pt>
    <dgm:pt modelId="{F9A1D16D-E254-4344-AA52-8B8E4B1C7132}" type="pres">
      <dgm:prSet presAssocID="{4FF957DC-4703-4325-8E32-A74D82CFF478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A1FF4EBB-6599-4EEB-ABAD-F55AF5DD8F30}" type="pres">
      <dgm:prSet presAssocID="{4FF957DC-4703-4325-8E32-A74D82CFF478}" presName="spacerBetweenCircleAndCallout" presStyleCnt="0">
        <dgm:presLayoutVars/>
      </dgm:prSet>
      <dgm:spPr/>
    </dgm:pt>
    <dgm:pt modelId="{C18340FC-4061-4995-A8AB-5F0022C1FE8A}" type="pres">
      <dgm:prSet presAssocID="{E955AAA7-3CBA-40A4-8E6D-2FAE4102E36F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2D6A030E-AE8B-4116-A106-6FDC568EF7E8}" type="presOf" srcId="{909062E1-AD89-4122-81FF-0BAA9E50713D}" destId="{16D6A97F-C966-45C7-9F90-E096B5D0E6A1}" srcOrd="0" destOrd="0" presId="urn:microsoft.com/office/officeart/2016/7/layout/LinearArrowProcessNumbered"/>
    <dgm:cxn modelId="{6E739310-5323-43F1-BE84-E1C94424D98F}" type="presOf" srcId="{D2BC2C00-42F7-432E-99B0-B7B1460E66C6}" destId="{F8BD4B69-ACF5-493D-B773-DBEAF73E92FC}" srcOrd="0" destOrd="0" presId="urn:microsoft.com/office/officeart/2016/7/layout/LinearArrowProcessNumbered"/>
    <dgm:cxn modelId="{543D9034-EDB1-41BE-9CA4-A80790948D2A}" srcId="{D2BC2C00-42F7-432E-99B0-B7B1460E66C6}" destId="{0D0D6BF1-60B4-4FA2-B2E0-E7A6171DCD0D}" srcOrd="1" destOrd="0" parTransId="{10C7794E-F1A3-480B-8526-7289F110183F}" sibTransId="{35E1A232-C3E0-4A0A-B891-62ECBFB640E8}"/>
    <dgm:cxn modelId="{69EBD261-DFBC-4708-B3D4-8A82458C4E66}" srcId="{D2BC2C00-42F7-432E-99B0-B7B1460E66C6}" destId="{E955AAA7-3CBA-40A4-8E6D-2FAE4102E36F}" srcOrd="3" destOrd="0" parTransId="{A784A616-6A2C-495F-9CF2-905D1AD17A50}" sibTransId="{4FF957DC-4703-4325-8E32-A74D82CFF478}"/>
    <dgm:cxn modelId="{E4C9CA69-DA52-4672-A84C-58F83F4B798F}" srcId="{D2BC2C00-42F7-432E-99B0-B7B1460E66C6}" destId="{909062E1-AD89-4122-81FF-0BAA9E50713D}" srcOrd="2" destOrd="0" parTransId="{8D5E58C5-80AC-410A-9A30-38298EBBEC33}" sibTransId="{7FD3A3DD-02C6-4285-95D0-5805AE028E34}"/>
    <dgm:cxn modelId="{CA693672-ECA9-4334-B0E2-8F35B73F7537}" type="presOf" srcId="{7FD3A3DD-02C6-4285-95D0-5805AE028E34}" destId="{E0C4A228-E517-4009-A547-41DA50DC66CF}" srcOrd="0" destOrd="0" presId="urn:microsoft.com/office/officeart/2016/7/layout/LinearArrowProcessNumbered"/>
    <dgm:cxn modelId="{0E10F37B-37FB-4418-BFAF-67996FC376EE}" type="presOf" srcId="{68CE8775-8EC3-4858-900B-9F1762DC7D75}" destId="{9932F3D1-927B-46A9-BF48-2CC8E9B010F2}" srcOrd="0" destOrd="0" presId="urn:microsoft.com/office/officeart/2016/7/layout/LinearArrowProcessNumbered"/>
    <dgm:cxn modelId="{C9BCC092-0F24-4BB0-82C6-9BA25175A748}" type="presOf" srcId="{232BDC35-5789-41A6-A87C-33D90FF711EC}" destId="{6BD1FB02-55D8-4667-87B1-3FBBBE9BDFBC}" srcOrd="0" destOrd="0" presId="urn:microsoft.com/office/officeart/2016/7/layout/LinearArrowProcessNumbered"/>
    <dgm:cxn modelId="{D19182B3-CAEB-40FB-A21C-FF985EFAF949}" type="presOf" srcId="{E955AAA7-3CBA-40A4-8E6D-2FAE4102E36F}" destId="{C18340FC-4061-4995-A8AB-5F0022C1FE8A}" srcOrd="0" destOrd="0" presId="urn:microsoft.com/office/officeart/2016/7/layout/LinearArrowProcessNumbered"/>
    <dgm:cxn modelId="{6F17B9BB-BDF8-41E3-AE38-9641A0383C0B}" srcId="{D2BC2C00-42F7-432E-99B0-B7B1460E66C6}" destId="{232BDC35-5789-41A6-A87C-33D90FF711EC}" srcOrd="0" destOrd="0" parTransId="{A6016B9A-9E4F-4A5C-AC7E-0A4B22DABA16}" sibTransId="{68CE8775-8EC3-4858-900B-9F1762DC7D75}"/>
    <dgm:cxn modelId="{416861C6-479F-4F8E-9D56-33552794BEE3}" type="presOf" srcId="{4FF957DC-4703-4325-8E32-A74D82CFF478}" destId="{F9A1D16D-E254-4344-AA52-8B8E4B1C7132}" srcOrd="0" destOrd="0" presId="urn:microsoft.com/office/officeart/2016/7/layout/LinearArrowProcessNumbered"/>
    <dgm:cxn modelId="{2B2847E2-9CA8-4101-9F53-4386DBCCDEAA}" type="presOf" srcId="{35E1A232-C3E0-4A0A-B891-62ECBFB640E8}" destId="{5F640F5A-962A-4EEE-9671-832A4C89092D}" srcOrd="0" destOrd="0" presId="urn:microsoft.com/office/officeart/2016/7/layout/LinearArrowProcessNumbered"/>
    <dgm:cxn modelId="{486218EB-0334-404E-BB2C-1AE32CD51653}" type="presOf" srcId="{0D0D6BF1-60B4-4FA2-B2E0-E7A6171DCD0D}" destId="{EB93C135-1300-4464-9EDF-3C42FF7F5173}" srcOrd="0" destOrd="0" presId="urn:microsoft.com/office/officeart/2016/7/layout/LinearArrowProcessNumbered"/>
    <dgm:cxn modelId="{1E5874F5-7E85-44B3-80B4-1FFA0A3F6944}" type="presParOf" srcId="{F8BD4B69-ACF5-493D-B773-DBEAF73E92FC}" destId="{3572BDA5-C30D-491E-888F-9B0544F3CFD6}" srcOrd="0" destOrd="0" presId="urn:microsoft.com/office/officeart/2016/7/layout/LinearArrowProcessNumbered"/>
    <dgm:cxn modelId="{EE89C0D9-D4BB-47AA-8E30-B48361CF4F95}" type="presParOf" srcId="{3572BDA5-C30D-491E-888F-9B0544F3CFD6}" destId="{BD198BA7-DB6D-431F-94E0-0F0057410A32}" srcOrd="0" destOrd="0" presId="urn:microsoft.com/office/officeart/2016/7/layout/LinearArrowProcessNumbered"/>
    <dgm:cxn modelId="{615329A7-8158-4CE2-9403-24C436F522DE}" type="presParOf" srcId="{3572BDA5-C30D-491E-888F-9B0544F3CFD6}" destId="{18A00E0E-4CFA-49FD-AFFA-81100637E40A}" srcOrd="1" destOrd="0" presId="urn:microsoft.com/office/officeart/2016/7/layout/LinearArrowProcessNumbered"/>
    <dgm:cxn modelId="{39E01892-B23C-4642-965F-1CA4C89B051C}" type="presParOf" srcId="{18A00E0E-4CFA-49FD-AFFA-81100637E40A}" destId="{28B819F0-C154-4779-9175-BB7A5BE969ED}" srcOrd="0" destOrd="0" presId="urn:microsoft.com/office/officeart/2016/7/layout/LinearArrowProcessNumbered"/>
    <dgm:cxn modelId="{9D471E59-B5A0-4D68-8C72-70BF724ED1D2}" type="presParOf" srcId="{18A00E0E-4CFA-49FD-AFFA-81100637E40A}" destId="{8BF9AE3E-8270-42F7-9612-5BB3A65B3B79}" srcOrd="1" destOrd="0" presId="urn:microsoft.com/office/officeart/2016/7/layout/LinearArrowProcessNumbered"/>
    <dgm:cxn modelId="{E72927BD-DF60-45F9-BDE5-144FB45EFEA3}" type="presParOf" srcId="{18A00E0E-4CFA-49FD-AFFA-81100637E40A}" destId="{9932F3D1-927B-46A9-BF48-2CC8E9B010F2}" srcOrd="2" destOrd="0" presId="urn:microsoft.com/office/officeart/2016/7/layout/LinearArrowProcessNumbered"/>
    <dgm:cxn modelId="{2C2A56E5-29D6-4DEF-BA36-A1C1F1D0C1EB}" type="presParOf" srcId="{18A00E0E-4CFA-49FD-AFFA-81100637E40A}" destId="{1D254298-245B-442C-9935-2C8EE42AA2D5}" srcOrd="3" destOrd="0" presId="urn:microsoft.com/office/officeart/2016/7/layout/LinearArrowProcessNumbered"/>
    <dgm:cxn modelId="{350D0B31-D877-4853-8DC0-826DDF039584}" type="presParOf" srcId="{3572BDA5-C30D-491E-888F-9B0544F3CFD6}" destId="{6BD1FB02-55D8-4667-87B1-3FBBBE9BDFBC}" srcOrd="2" destOrd="0" presId="urn:microsoft.com/office/officeart/2016/7/layout/LinearArrowProcessNumbered"/>
    <dgm:cxn modelId="{8661DF4D-EC20-48BD-8086-62952D9334DC}" type="presParOf" srcId="{F8BD4B69-ACF5-493D-B773-DBEAF73E92FC}" destId="{1E481757-1F25-4887-98BF-8E95BBFA53FD}" srcOrd="1" destOrd="0" presId="urn:microsoft.com/office/officeart/2016/7/layout/LinearArrowProcessNumbered"/>
    <dgm:cxn modelId="{55910D23-68DF-4E6F-A005-1AA811469501}" type="presParOf" srcId="{F8BD4B69-ACF5-493D-B773-DBEAF73E92FC}" destId="{842A4820-7D62-487F-BCA9-A21572F275E9}" srcOrd="2" destOrd="0" presId="urn:microsoft.com/office/officeart/2016/7/layout/LinearArrowProcessNumbered"/>
    <dgm:cxn modelId="{943C3C05-3F74-4DBE-9A2F-42A701D1A992}" type="presParOf" srcId="{842A4820-7D62-487F-BCA9-A21572F275E9}" destId="{F2BF6C8E-A361-4C8B-8E32-A5C8AF9594B7}" srcOrd="0" destOrd="0" presId="urn:microsoft.com/office/officeart/2016/7/layout/LinearArrowProcessNumbered"/>
    <dgm:cxn modelId="{DE6FE58A-B939-4D58-86F2-18602C8E013B}" type="presParOf" srcId="{842A4820-7D62-487F-BCA9-A21572F275E9}" destId="{2BCBF282-62C4-4531-A5ED-D5C68E47AF5B}" srcOrd="1" destOrd="0" presId="urn:microsoft.com/office/officeart/2016/7/layout/LinearArrowProcessNumbered"/>
    <dgm:cxn modelId="{89666495-570A-4FAA-877E-9E2697D337E9}" type="presParOf" srcId="{2BCBF282-62C4-4531-A5ED-D5C68E47AF5B}" destId="{5E5E229D-A5BC-409D-9CB2-40C4BCDAAA79}" srcOrd="0" destOrd="0" presId="urn:microsoft.com/office/officeart/2016/7/layout/LinearArrowProcessNumbered"/>
    <dgm:cxn modelId="{451DE904-FE22-4BB5-9237-956D74BDB86E}" type="presParOf" srcId="{2BCBF282-62C4-4531-A5ED-D5C68E47AF5B}" destId="{0F5EA90A-7A18-432D-BC1C-AE0DEA2E06FB}" srcOrd="1" destOrd="0" presId="urn:microsoft.com/office/officeart/2016/7/layout/LinearArrowProcessNumbered"/>
    <dgm:cxn modelId="{567F52C5-069D-428A-8E64-901CE5AEFEEA}" type="presParOf" srcId="{2BCBF282-62C4-4531-A5ED-D5C68E47AF5B}" destId="{5F640F5A-962A-4EEE-9671-832A4C89092D}" srcOrd="2" destOrd="0" presId="urn:microsoft.com/office/officeart/2016/7/layout/LinearArrowProcessNumbered"/>
    <dgm:cxn modelId="{F30BC3BC-0FF7-4FD2-8258-B5FE2C86EA2D}" type="presParOf" srcId="{2BCBF282-62C4-4531-A5ED-D5C68E47AF5B}" destId="{148B7CDC-F995-4056-B64B-A6361545F0EA}" srcOrd="3" destOrd="0" presId="urn:microsoft.com/office/officeart/2016/7/layout/LinearArrowProcessNumbered"/>
    <dgm:cxn modelId="{0CAA0C23-1F33-4221-932B-9F7653420805}" type="presParOf" srcId="{842A4820-7D62-487F-BCA9-A21572F275E9}" destId="{EB93C135-1300-4464-9EDF-3C42FF7F5173}" srcOrd="2" destOrd="0" presId="urn:microsoft.com/office/officeart/2016/7/layout/LinearArrowProcessNumbered"/>
    <dgm:cxn modelId="{F733FEC4-6626-49A6-B16E-6A5EC705FF24}" type="presParOf" srcId="{F8BD4B69-ACF5-493D-B773-DBEAF73E92FC}" destId="{8EF910E8-E801-4EEB-A39F-2BE95788E63E}" srcOrd="3" destOrd="0" presId="urn:microsoft.com/office/officeart/2016/7/layout/LinearArrowProcessNumbered"/>
    <dgm:cxn modelId="{B4EA302E-FD1F-4388-8B9D-8CD3D6684C49}" type="presParOf" srcId="{F8BD4B69-ACF5-493D-B773-DBEAF73E92FC}" destId="{A2339EF7-56A9-4C9D-89FB-06E7AE80ED34}" srcOrd="4" destOrd="0" presId="urn:microsoft.com/office/officeart/2016/7/layout/LinearArrowProcessNumbered"/>
    <dgm:cxn modelId="{EE4D5684-F8AE-46CE-BBFB-360E1EBF7AD1}" type="presParOf" srcId="{A2339EF7-56A9-4C9D-89FB-06E7AE80ED34}" destId="{C64BAF3B-A1A6-425B-8509-D6AB5D30EA06}" srcOrd="0" destOrd="0" presId="urn:microsoft.com/office/officeart/2016/7/layout/LinearArrowProcessNumbered"/>
    <dgm:cxn modelId="{1408175E-FC3A-49F1-AE71-71F222A9AAD0}" type="presParOf" srcId="{A2339EF7-56A9-4C9D-89FB-06E7AE80ED34}" destId="{A9A54C6F-47A0-4E53-928D-8C93785DE427}" srcOrd="1" destOrd="0" presId="urn:microsoft.com/office/officeart/2016/7/layout/LinearArrowProcessNumbered"/>
    <dgm:cxn modelId="{48496056-494C-48EF-9F8C-6B69C6321FC6}" type="presParOf" srcId="{A9A54C6F-47A0-4E53-928D-8C93785DE427}" destId="{B96A4485-9CCE-4E84-84FA-B100E8FFF783}" srcOrd="0" destOrd="0" presId="urn:microsoft.com/office/officeart/2016/7/layout/LinearArrowProcessNumbered"/>
    <dgm:cxn modelId="{7774F67E-1DDD-4A21-B3AF-9FFD7A9800ED}" type="presParOf" srcId="{A9A54C6F-47A0-4E53-928D-8C93785DE427}" destId="{6EE3A8D6-3D98-4B98-9884-B7829FB6C86E}" srcOrd="1" destOrd="0" presId="urn:microsoft.com/office/officeart/2016/7/layout/LinearArrowProcessNumbered"/>
    <dgm:cxn modelId="{E5E635AE-8933-4FB7-A0E2-DB671E14B86E}" type="presParOf" srcId="{A9A54C6F-47A0-4E53-928D-8C93785DE427}" destId="{E0C4A228-E517-4009-A547-41DA50DC66CF}" srcOrd="2" destOrd="0" presId="urn:microsoft.com/office/officeart/2016/7/layout/LinearArrowProcessNumbered"/>
    <dgm:cxn modelId="{24114AF2-E6AC-4CDA-B4A7-1EB021767F3A}" type="presParOf" srcId="{A9A54C6F-47A0-4E53-928D-8C93785DE427}" destId="{25C43A47-B907-45B8-95A1-77F32880AE50}" srcOrd="3" destOrd="0" presId="urn:microsoft.com/office/officeart/2016/7/layout/LinearArrowProcessNumbered"/>
    <dgm:cxn modelId="{109A9DFD-A282-4EC3-9C2A-A1296EDCDAD1}" type="presParOf" srcId="{A2339EF7-56A9-4C9D-89FB-06E7AE80ED34}" destId="{16D6A97F-C966-45C7-9F90-E096B5D0E6A1}" srcOrd="2" destOrd="0" presId="urn:microsoft.com/office/officeart/2016/7/layout/LinearArrowProcessNumbered"/>
    <dgm:cxn modelId="{CB116C34-E6FF-425E-9102-FBD171E439EE}" type="presParOf" srcId="{F8BD4B69-ACF5-493D-B773-DBEAF73E92FC}" destId="{D7D430D8-B074-489C-8720-19441D7CAF09}" srcOrd="5" destOrd="0" presId="urn:microsoft.com/office/officeart/2016/7/layout/LinearArrowProcessNumbered"/>
    <dgm:cxn modelId="{BCDF24EC-BD90-4EA2-BBF6-EE1A3B31C391}" type="presParOf" srcId="{F8BD4B69-ACF5-493D-B773-DBEAF73E92FC}" destId="{FAAFC4B6-6A7D-457A-A0FF-78206CD1EA85}" srcOrd="6" destOrd="0" presId="urn:microsoft.com/office/officeart/2016/7/layout/LinearArrowProcessNumbered"/>
    <dgm:cxn modelId="{0A43A5DA-0951-4D33-AAF9-D206CAE06629}" type="presParOf" srcId="{FAAFC4B6-6A7D-457A-A0FF-78206CD1EA85}" destId="{CB6EA192-FCB6-40C6-B869-C169099F688B}" srcOrd="0" destOrd="0" presId="urn:microsoft.com/office/officeart/2016/7/layout/LinearArrowProcessNumbered"/>
    <dgm:cxn modelId="{26791FFB-2920-4D97-A23A-171546D47648}" type="presParOf" srcId="{FAAFC4B6-6A7D-457A-A0FF-78206CD1EA85}" destId="{53272FBA-D346-4352-9913-B6AA5EC475C9}" srcOrd="1" destOrd="0" presId="urn:microsoft.com/office/officeart/2016/7/layout/LinearArrowProcessNumbered"/>
    <dgm:cxn modelId="{7953FF8F-EAE3-4B3A-B2BA-DDE472F9B291}" type="presParOf" srcId="{53272FBA-D346-4352-9913-B6AA5EC475C9}" destId="{5742496A-AC3B-4535-B736-ABB9612AAE4F}" srcOrd="0" destOrd="0" presId="urn:microsoft.com/office/officeart/2016/7/layout/LinearArrowProcessNumbered"/>
    <dgm:cxn modelId="{C0808701-38A7-462C-9ACA-9E2103BCF161}" type="presParOf" srcId="{53272FBA-D346-4352-9913-B6AA5EC475C9}" destId="{4F0D16FB-BBC9-453C-961A-C4DBA9272E31}" srcOrd="1" destOrd="0" presId="urn:microsoft.com/office/officeart/2016/7/layout/LinearArrowProcessNumbered"/>
    <dgm:cxn modelId="{35274C6C-8908-4814-9018-6FA14712402C}" type="presParOf" srcId="{53272FBA-D346-4352-9913-B6AA5EC475C9}" destId="{F9A1D16D-E254-4344-AA52-8B8E4B1C7132}" srcOrd="2" destOrd="0" presId="urn:microsoft.com/office/officeart/2016/7/layout/LinearArrowProcessNumbered"/>
    <dgm:cxn modelId="{C8029E0D-87BC-446A-826D-4A3455DBA354}" type="presParOf" srcId="{53272FBA-D346-4352-9913-B6AA5EC475C9}" destId="{A1FF4EBB-6599-4EEB-ABAD-F55AF5DD8F30}" srcOrd="3" destOrd="0" presId="urn:microsoft.com/office/officeart/2016/7/layout/LinearArrowProcessNumbered"/>
    <dgm:cxn modelId="{20337F29-1D3B-406E-AB1F-594427358030}" type="presParOf" srcId="{FAAFC4B6-6A7D-457A-A0FF-78206CD1EA85}" destId="{C18340FC-4061-4995-A8AB-5F0022C1FE8A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FD7249C-8435-448C-9FBD-16DB0FC4E8D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B7C3586-F682-483E-93C2-567B1DA80626}">
      <dgm:prSet/>
      <dgm:spPr/>
      <dgm:t>
        <a:bodyPr/>
        <a:lstStyle/>
        <a:p>
          <a:r>
            <a:rPr lang="en-US" b="0" i="0"/>
            <a:t>Create Amazon ECR repository: Console → ECR → Create repository</a:t>
          </a:r>
          <a:endParaRPr lang="en-US"/>
        </a:p>
      </dgm:t>
    </dgm:pt>
    <dgm:pt modelId="{A094A006-B158-4AD9-A20A-BFA2EB5B8B8F}" type="parTrans" cxnId="{45FC474E-F9F3-4205-8A70-6E3FA14A343E}">
      <dgm:prSet/>
      <dgm:spPr/>
      <dgm:t>
        <a:bodyPr/>
        <a:lstStyle/>
        <a:p>
          <a:endParaRPr lang="en-US"/>
        </a:p>
      </dgm:t>
    </dgm:pt>
    <dgm:pt modelId="{05418404-A511-4FAB-BB29-601F26CE6731}" type="sibTrans" cxnId="{45FC474E-F9F3-4205-8A70-6E3FA14A343E}">
      <dgm:prSet/>
      <dgm:spPr/>
      <dgm:t>
        <a:bodyPr/>
        <a:lstStyle/>
        <a:p>
          <a:endParaRPr lang="en-US"/>
        </a:p>
      </dgm:t>
    </dgm:pt>
    <dgm:pt modelId="{8B2067F4-796B-4AE9-B40F-F1545650C873}">
      <dgm:prSet/>
      <dgm:spPr/>
      <dgm:t>
        <a:bodyPr/>
        <a:lstStyle/>
        <a:p>
          <a:r>
            <a:rPr lang="en-US" b="0" i="0"/>
            <a:t>Create ECS task definition: choose Fargate or EC2 launch type</a:t>
          </a:r>
          <a:endParaRPr lang="en-US"/>
        </a:p>
      </dgm:t>
    </dgm:pt>
    <dgm:pt modelId="{93303AF5-E1DE-4555-B715-0F83EA0D7434}" type="parTrans" cxnId="{4F79FA7C-7F48-4888-B865-F42B74049BB3}">
      <dgm:prSet/>
      <dgm:spPr/>
      <dgm:t>
        <a:bodyPr/>
        <a:lstStyle/>
        <a:p>
          <a:endParaRPr lang="en-US"/>
        </a:p>
      </dgm:t>
    </dgm:pt>
    <dgm:pt modelId="{B1CCC139-984B-4EDE-8D54-D9145C3A11EE}" type="sibTrans" cxnId="{4F79FA7C-7F48-4888-B865-F42B74049BB3}">
      <dgm:prSet/>
      <dgm:spPr/>
      <dgm:t>
        <a:bodyPr/>
        <a:lstStyle/>
        <a:p>
          <a:endParaRPr lang="en-US"/>
        </a:p>
      </dgm:t>
    </dgm:pt>
    <dgm:pt modelId="{3233DE0D-5BAE-4979-B206-D32D7B184082}">
      <dgm:prSet/>
      <dgm:spPr/>
      <dgm:t>
        <a:bodyPr/>
        <a:lstStyle/>
        <a:p>
          <a:r>
            <a:rPr lang="en-US" b="0" i="0"/>
            <a:t>Configure container image, CPU/memory, port mappings, and logging</a:t>
          </a:r>
          <a:endParaRPr lang="en-US"/>
        </a:p>
      </dgm:t>
    </dgm:pt>
    <dgm:pt modelId="{F7193D90-017E-4754-98FB-CF802B851C06}" type="parTrans" cxnId="{999CFDF7-75C1-439E-A5E8-8263B37B8E0C}">
      <dgm:prSet/>
      <dgm:spPr/>
      <dgm:t>
        <a:bodyPr/>
        <a:lstStyle/>
        <a:p>
          <a:endParaRPr lang="en-US"/>
        </a:p>
      </dgm:t>
    </dgm:pt>
    <dgm:pt modelId="{D7BD3088-B358-479A-B5D9-76E9750AA9CB}" type="sibTrans" cxnId="{999CFDF7-75C1-439E-A5E8-8263B37B8E0C}">
      <dgm:prSet/>
      <dgm:spPr/>
      <dgm:t>
        <a:bodyPr/>
        <a:lstStyle/>
        <a:p>
          <a:endParaRPr lang="en-US"/>
        </a:p>
      </dgm:t>
    </dgm:pt>
    <dgm:pt modelId="{2EC8821E-F313-45CC-9FD5-4401A9EF7F41}">
      <dgm:prSet/>
      <dgm:spPr/>
      <dgm:t>
        <a:bodyPr/>
        <a:lstStyle/>
        <a:p>
          <a:r>
            <a:rPr lang="en-US" b="0" i="0"/>
            <a:t>Create ECS service: set desired task count and attach to ALB (if needed)</a:t>
          </a:r>
          <a:endParaRPr lang="en-US"/>
        </a:p>
      </dgm:t>
    </dgm:pt>
    <dgm:pt modelId="{9EBD0B3F-DA0A-448D-AE5C-2E0CDC38A793}" type="parTrans" cxnId="{822E2DE3-8441-4BBA-936C-3BE9C7A35702}">
      <dgm:prSet/>
      <dgm:spPr/>
      <dgm:t>
        <a:bodyPr/>
        <a:lstStyle/>
        <a:p>
          <a:endParaRPr lang="en-US"/>
        </a:p>
      </dgm:t>
    </dgm:pt>
    <dgm:pt modelId="{3D25F6A0-918E-44FF-AB86-4570BDAC4A7F}" type="sibTrans" cxnId="{822E2DE3-8441-4BBA-936C-3BE9C7A35702}">
      <dgm:prSet/>
      <dgm:spPr/>
      <dgm:t>
        <a:bodyPr/>
        <a:lstStyle/>
        <a:p>
          <a:endParaRPr lang="en-US"/>
        </a:p>
      </dgm:t>
    </dgm:pt>
    <dgm:pt modelId="{3B31EE93-80AC-4DFD-9EB8-C6C6D3E26743}">
      <dgm:prSet/>
      <dgm:spPr/>
      <dgm:t>
        <a:bodyPr/>
        <a:lstStyle/>
        <a:p>
          <a:r>
            <a:rPr lang="en-US" b="0" i="0"/>
            <a:t>Choose deployment type: rolling update or blue/green via CodeDeploy</a:t>
          </a:r>
          <a:endParaRPr lang="en-US"/>
        </a:p>
      </dgm:t>
    </dgm:pt>
    <dgm:pt modelId="{FBC66B51-126E-40DC-9B25-60543ACD9521}" type="parTrans" cxnId="{33DD3538-57FE-42B9-98E7-A204F75D67D0}">
      <dgm:prSet/>
      <dgm:spPr/>
      <dgm:t>
        <a:bodyPr/>
        <a:lstStyle/>
        <a:p>
          <a:endParaRPr lang="en-US"/>
        </a:p>
      </dgm:t>
    </dgm:pt>
    <dgm:pt modelId="{3A4AF003-B6D6-4EA8-A6E0-6B3632D39B7D}" type="sibTrans" cxnId="{33DD3538-57FE-42B9-98E7-A204F75D67D0}">
      <dgm:prSet/>
      <dgm:spPr/>
      <dgm:t>
        <a:bodyPr/>
        <a:lstStyle/>
        <a:p>
          <a:endParaRPr lang="en-US"/>
        </a:p>
      </dgm:t>
    </dgm:pt>
    <dgm:pt modelId="{A560C08B-25C7-4761-9D6B-6C26224F7B87}" type="pres">
      <dgm:prSet presAssocID="{EFD7249C-8435-448C-9FBD-16DB0FC4E8D9}" presName="root" presStyleCnt="0">
        <dgm:presLayoutVars>
          <dgm:dir/>
          <dgm:resizeHandles val="exact"/>
        </dgm:presLayoutVars>
      </dgm:prSet>
      <dgm:spPr/>
    </dgm:pt>
    <dgm:pt modelId="{F59B73E7-2495-4BA7-8D84-1D2167E7D94C}" type="pres">
      <dgm:prSet presAssocID="{3B7C3586-F682-483E-93C2-567B1DA80626}" presName="compNode" presStyleCnt="0"/>
      <dgm:spPr/>
    </dgm:pt>
    <dgm:pt modelId="{2D8060CD-BEC0-4465-A29B-8F93B41024B8}" type="pres">
      <dgm:prSet presAssocID="{3B7C3586-F682-483E-93C2-567B1DA80626}" presName="bgRect" presStyleLbl="bgShp" presStyleIdx="0" presStyleCnt="5"/>
      <dgm:spPr/>
    </dgm:pt>
    <dgm:pt modelId="{2DAE6F2B-1FE5-435D-9EA8-70DBD36A7DCF}" type="pres">
      <dgm:prSet presAssocID="{3B7C3586-F682-483E-93C2-567B1DA8062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6C959C2-3C39-4612-A920-37C6068EC3E1}" type="pres">
      <dgm:prSet presAssocID="{3B7C3586-F682-483E-93C2-567B1DA80626}" presName="spaceRect" presStyleCnt="0"/>
      <dgm:spPr/>
    </dgm:pt>
    <dgm:pt modelId="{3040D9A4-0EAE-41E7-94BD-5B6BED73C301}" type="pres">
      <dgm:prSet presAssocID="{3B7C3586-F682-483E-93C2-567B1DA80626}" presName="parTx" presStyleLbl="revTx" presStyleIdx="0" presStyleCnt="5">
        <dgm:presLayoutVars>
          <dgm:chMax val="0"/>
          <dgm:chPref val="0"/>
        </dgm:presLayoutVars>
      </dgm:prSet>
      <dgm:spPr/>
    </dgm:pt>
    <dgm:pt modelId="{C4B30F87-A3AA-41AD-8CC6-939692802AC4}" type="pres">
      <dgm:prSet presAssocID="{05418404-A511-4FAB-BB29-601F26CE6731}" presName="sibTrans" presStyleCnt="0"/>
      <dgm:spPr/>
    </dgm:pt>
    <dgm:pt modelId="{949164A3-5244-4F31-A2E1-C7CD44AAF661}" type="pres">
      <dgm:prSet presAssocID="{8B2067F4-796B-4AE9-B40F-F1545650C873}" presName="compNode" presStyleCnt="0"/>
      <dgm:spPr/>
    </dgm:pt>
    <dgm:pt modelId="{67632D36-F6B9-46A0-A582-C126E40F3A1A}" type="pres">
      <dgm:prSet presAssocID="{8B2067F4-796B-4AE9-B40F-F1545650C873}" presName="bgRect" presStyleLbl="bgShp" presStyleIdx="1" presStyleCnt="5"/>
      <dgm:spPr/>
    </dgm:pt>
    <dgm:pt modelId="{AE721BB4-2829-44D0-B4E4-A9E32BCE2370}" type="pres">
      <dgm:prSet presAssocID="{8B2067F4-796B-4AE9-B40F-F1545650C87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219DFED-2519-43A8-8681-998D26A7CE8F}" type="pres">
      <dgm:prSet presAssocID="{8B2067F4-796B-4AE9-B40F-F1545650C873}" presName="spaceRect" presStyleCnt="0"/>
      <dgm:spPr/>
    </dgm:pt>
    <dgm:pt modelId="{94438C25-728F-4E68-A401-89CAE5904FDD}" type="pres">
      <dgm:prSet presAssocID="{8B2067F4-796B-4AE9-B40F-F1545650C873}" presName="parTx" presStyleLbl="revTx" presStyleIdx="1" presStyleCnt="5">
        <dgm:presLayoutVars>
          <dgm:chMax val="0"/>
          <dgm:chPref val="0"/>
        </dgm:presLayoutVars>
      </dgm:prSet>
      <dgm:spPr/>
    </dgm:pt>
    <dgm:pt modelId="{923A3ECA-31DB-4B89-9F26-F0C8B836063F}" type="pres">
      <dgm:prSet presAssocID="{B1CCC139-984B-4EDE-8D54-D9145C3A11EE}" presName="sibTrans" presStyleCnt="0"/>
      <dgm:spPr/>
    </dgm:pt>
    <dgm:pt modelId="{18FFF6C6-8666-4C20-9C2B-20E2EE33D4D9}" type="pres">
      <dgm:prSet presAssocID="{3233DE0D-5BAE-4979-B206-D32D7B184082}" presName="compNode" presStyleCnt="0"/>
      <dgm:spPr/>
    </dgm:pt>
    <dgm:pt modelId="{450EF3AC-AB12-473A-9E21-B34104C32F23}" type="pres">
      <dgm:prSet presAssocID="{3233DE0D-5BAE-4979-B206-D32D7B184082}" presName="bgRect" presStyleLbl="bgShp" presStyleIdx="2" presStyleCnt="5"/>
      <dgm:spPr/>
    </dgm:pt>
    <dgm:pt modelId="{564EE477-E7F0-4908-AACC-11DECFB6C274}" type="pres">
      <dgm:prSet presAssocID="{3233DE0D-5BAE-4979-B206-D32D7B18408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FE0E6FFF-7E09-4E13-9449-81A3B8074A6E}" type="pres">
      <dgm:prSet presAssocID="{3233DE0D-5BAE-4979-B206-D32D7B184082}" presName="spaceRect" presStyleCnt="0"/>
      <dgm:spPr/>
    </dgm:pt>
    <dgm:pt modelId="{FCB325E4-3437-4FE6-9B58-95C18797E5B0}" type="pres">
      <dgm:prSet presAssocID="{3233DE0D-5BAE-4979-B206-D32D7B184082}" presName="parTx" presStyleLbl="revTx" presStyleIdx="2" presStyleCnt="5">
        <dgm:presLayoutVars>
          <dgm:chMax val="0"/>
          <dgm:chPref val="0"/>
        </dgm:presLayoutVars>
      </dgm:prSet>
      <dgm:spPr/>
    </dgm:pt>
    <dgm:pt modelId="{180F2262-13C0-47C7-B8A8-DF8D534946FB}" type="pres">
      <dgm:prSet presAssocID="{D7BD3088-B358-479A-B5D9-76E9750AA9CB}" presName="sibTrans" presStyleCnt="0"/>
      <dgm:spPr/>
    </dgm:pt>
    <dgm:pt modelId="{8CEA064A-9A7D-410B-9666-AD9BA6CBDB51}" type="pres">
      <dgm:prSet presAssocID="{2EC8821E-F313-45CC-9FD5-4401A9EF7F41}" presName="compNode" presStyleCnt="0"/>
      <dgm:spPr/>
    </dgm:pt>
    <dgm:pt modelId="{35FDAC8F-ADB3-45C8-A128-8D2E7FE748C7}" type="pres">
      <dgm:prSet presAssocID="{2EC8821E-F313-45CC-9FD5-4401A9EF7F41}" presName="bgRect" presStyleLbl="bgShp" presStyleIdx="3" presStyleCnt="5"/>
      <dgm:spPr/>
    </dgm:pt>
    <dgm:pt modelId="{61B0D412-3E74-4414-9FAE-5EFA50048CF8}" type="pres">
      <dgm:prSet presAssocID="{2EC8821E-F313-45CC-9FD5-4401A9EF7F4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clip"/>
        </a:ext>
      </dgm:extLst>
    </dgm:pt>
    <dgm:pt modelId="{70B3C773-45FB-4BB7-AEE7-C72D302BB14C}" type="pres">
      <dgm:prSet presAssocID="{2EC8821E-F313-45CC-9FD5-4401A9EF7F41}" presName="spaceRect" presStyleCnt="0"/>
      <dgm:spPr/>
    </dgm:pt>
    <dgm:pt modelId="{5F696EAA-22EB-49B8-A635-7834BC4CC4F2}" type="pres">
      <dgm:prSet presAssocID="{2EC8821E-F313-45CC-9FD5-4401A9EF7F41}" presName="parTx" presStyleLbl="revTx" presStyleIdx="3" presStyleCnt="5">
        <dgm:presLayoutVars>
          <dgm:chMax val="0"/>
          <dgm:chPref val="0"/>
        </dgm:presLayoutVars>
      </dgm:prSet>
      <dgm:spPr/>
    </dgm:pt>
    <dgm:pt modelId="{02C9D229-F07E-4584-A9A2-61416EA321A2}" type="pres">
      <dgm:prSet presAssocID="{3D25F6A0-918E-44FF-AB86-4570BDAC4A7F}" presName="sibTrans" presStyleCnt="0"/>
      <dgm:spPr/>
    </dgm:pt>
    <dgm:pt modelId="{1D90C91F-08E0-4981-95BF-E96AF4CDC883}" type="pres">
      <dgm:prSet presAssocID="{3B31EE93-80AC-4DFD-9EB8-C6C6D3E26743}" presName="compNode" presStyleCnt="0"/>
      <dgm:spPr/>
    </dgm:pt>
    <dgm:pt modelId="{E7256898-60B2-4D82-B442-1BC8E6CBADB9}" type="pres">
      <dgm:prSet presAssocID="{3B31EE93-80AC-4DFD-9EB8-C6C6D3E26743}" presName="bgRect" presStyleLbl="bgShp" presStyleIdx="4" presStyleCnt="5"/>
      <dgm:spPr/>
    </dgm:pt>
    <dgm:pt modelId="{0FC14F08-F04E-4CEB-BC65-A6A06B60FBE3}" type="pres">
      <dgm:prSet presAssocID="{3B31EE93-80AC-4DFD-9EB8-C6C6D3E2674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e Arrow: U-turn"/>
        </a:ext>
      </dgm:extLst>
    </dgm:pt>
    <dgm:pt modelId="{EAE45D30-4F4B-47F7-8FA2-26AFF478560C}" type="pres">
      <dgm:prSet presAssocID="{3B31EE93-80AC-4DFD-9EB8-C6C6D3E26743}" presName="spaceRect" presStyleCnt="0"/>
      <dgm:spPr/>
    </dgm:pt>
    <dgm:pt modelId="{655D5765-17D0-470C-8C9D-37A41FB824B8}" type="pres">
      <dgm:prSet presAssocID="{3B31EE93-80AC-4DFD-9EB8-C6C6D3E2674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C3B9736-584B-4026-A59E-A0A94A287C1C}" type="presOf" srcId="{2EC8821E-F313-45CC-9FD5-4401A9EF7F41}" destId="{5F696EAA-22EB-49B8-A635-7834BC4CC4F2}" srcOrd="0" destOrd="0" presId="urn:microsoft.com/office/officeart/2018/2/layout/IconVerticalSolidList"/>
    <dgm:cxn modelId="{33DD3538-57FE-42B9-98E7-A204F75D67D0}" srcId="{EFD7249C-8435-448C-9FBD-16DB0FC4E8D9}" destId="{3B31EE93-80AC-4DFD-9EB8-C6C6D3E26743}" srcOrd="4" destOrd="0" parTransId="{FBC66B51-126E-40DC-9B25-60543ACD9521}" sibTransId="{3A4AF003-B6D6-4EA8-A6E0-6B3632D39B7D}"/>
    <dgm:cxn modelId="{F0CE8D43-7E3B-4CDA-9C5A-44AE778C4968}" type="presOf" srcId="{3B7C3586-F682-483E-93C2-567B1DA80626}" destId="{3040D9A4-0EAE-41E7-94BD-5B6BED73C301}" srcOrd="0" destOrd="0" presId="urn:microsoft.com/office/officeart/2018/2/layout/IconVerticalSolidList"/>
    <dgm:cxn modelId="{45FC474E-F9F3-4205-8A70-6E3FA14A343E}" srcId="{EFD7249C-8435-448C-9FBD-16DB0FC4E8D9}" destId="{3B7C3586-F682-483E-93C2-567B1DA80626}" srcOrd="0" destOrd="0" parTransId="{A094A006-B158-4AD9-A20A-BFA2EB5B8B8F}" sibTransId="{05418404-A511-4FAB-BB29-601F26CE6731}"/>
    <dgm:cxn modelId="{4F79FA7C-7F48-4888-B865-F42B74049BB3}" srcId="{EFD7249C-8435-448C-9FBD-16DB0FC4E8D9}" destId="{8B2067F4-796B-4AE9-B40F-F1545650C873}" srcOrd="1" destOrd="0" parTransId="{93303AF5-E1DE-4555-B715-0F83EA0D7434}" sibTransId="{B1CCC139-984B-4EDE-8D54-D9145C3A11EE}"/>
    <dgm:cxn modelId="{DFC2CF7D-18E5-4FB5-B2E0-063FF330FC82}" type="presOf" srcId="{3233DE0D-5BAE-4979-B206-D32D7B184082}" destId="{FCB325E4-3437-4FE6-9B58-95C18797E5B0}" srcOrd="0" destOrd="0" presId="urn:microsoft.com/office/officeart/2018/2/layout/IconVerticalSolidList"/>
    <dgm:cxn modelId="{D147A388-C1F7-42A7-922C-47000762D141}" type="presOf" srcId="{8B2067F4-796B-4AE9-B40F-F1545650C873}" destId="{94438C25-728F-4E68-A401-89CAE5904FDD}" srcOrd="0" destOrd="0" presId="urn:microsoft.com/office/officeart/2018/2/layout/IconVerticalSolidList"/>
    <dgm:cxn modelId="{890B98E2-2C10-4E2F-89E2-9DD2A2A1FDF8}" type="presOf" srcId="{3B31EE93-80AC-4DFD-9EB8-C6C6D3E26743}" destId="{655D5765-17D0-470C-8C9D-37A41FB824B8}" srcOrd="0" destOrd="0" presId="urn:microsoft.com/office/officeart/2018/2/layout/IconVerticalSolidList"/>
    <dgm:cxn modelId="{822E2DE3-8441-4BBA-936C-3BE9C7A35702}" srcId="{EFD7249C-8435-448C-9FBD-16DB0FC4E8D9}" destId="{2EC8821E-F313-45CC-9FD5-4401A9EF7F41}" srcOrd="3" destOrd="0" parTransId="{9EBD0B3F-DA0A-448D-AE5C-2E0CDC38A793}" sibTransId="{3D25F6A0-918E-44FF-AB86-4570BDAC4A7F}"/>
    <dgm:cxn modelId="{76EAB7E4-82C9-4C2C-AF3D-A6271000F473}" type="presOf" srcId="{EFD7249C-8435-448C-9FBD-16DB0FC4E8D9}" destId="{A560C08B-25C7-4761-9D6B-6C26224F7B87}" srcOrd="0" destOrd="0" presId="urn:microsoft.com/office/officeart/2018/2/layout/IconVerticalSolidList"/>
    <dgm:cxn modelId="{999CFDF7-75C1-439E-A5E8-8263B37B8E0C}" srcId="{EFD7249C-8435-448C-9FBD-16DB0FC4E8D9}" destId="{3233DE0D-5BAE-4979-B206-D32D7B184082}" srcOrd="2" destOrd="0" parTransId="{F7193D90-017E-4754-98FB-CF802B851C06}" sibTransId="{D7BD3088-B358-479A-B5D9-76E9750AA9CB}"/>
    <dgm:cxn modelId="{0B2B4431-00C1-4427-AE7B-1E3545C8114E}" type="presParOf" srcId="{A560C08B-25C7-4761-9D6B-6C26224F7B87}" destId="{F59B73E7-2495-4BA7-8D84-1D2167E7D94C}" srcOrd="0" destOrd="0" presId="urn:microsoft.com/office/officeart/2018/2/layout/IconVerticalSolidList"/>
    <dgm:cxn modelId="{B1E446B6-7082-40EF-A6F0-41756B286356}" type="presParOf" srcId="{F59B73E7-2495-4BA7-8D84-1D2167E7D94C}" destId="{2D8060CD-BEC0-4465-A29B-8F93B41024B8}" srcOrd="0" destOrd="0" presId="urn:microsoft.com/office/officeart/2018/2/layout/IconVerticalSolidList"/>
    <dgm:cxn modelId="{A1BCFE7B-BA7A-4F1D-AAC5-78643FBEF4CF}" type="presParOf" srcId="{F59B73E7-2495-4BA7-8D84-1D2167E7D94C}" destId="{2DAE6F2B-1FE5-435D-9EA8-70DBD36A7DCF}" srcOrd="1" destOrd="0" presId="urn:microsoft.com/office/officeart/2018/2/layout/IconVerticalSolidList"/>
    <dgm:cxn modelId="{E45E53AD-80BE-4E9D-88C7-4D29E1402081}" type="presParOf" srcId="{F59B73E7-2495-4BA7-8D84-1D2167E7D94C}" destId="{26C959C2-3C39-4612-A920-37C6068EC3E1}" srcOrd="2" destOrd="0" presId="urn:microsoft.com/office/officeart/2018/2/layout/IconVerticalSolidList"/>
    <dgm:cxn modelId="{18746125-7AAF-489D-9096-4FE243061E28}" type="presParOf" srcId="{F59B73E7-2495-4BA7-8D84-1D2167E7D94C}" destId="{3040D9A4-0EAE-41E7-94BD-5B6BED73C301}" srcOrd="3" destOrd="0" presId="urn:microsoft.com/office/officeart/2018/2/layout/IconVerticalSolidList"/>
    <dgm:cxn modelId="{A18C0A34-9EBA-4779-A631-CE5BA90E7A66}" type="presParOf" srcId="{A560C08B-25C7-4761-9D6B-6C26224F7B87}" destId="{C4B30F87-A3AA-41AD-8CC6-939692802AC4}" srcOrd="1" destOrd="0" presId="urn:microsoft.com/office/officeart/2018/2/layout/IconVerticalSolidList"/>
    <dgm:cxn modelId="{4220A260-8FFB-4BAD-974F-5987416D29D6}" type="presParOf" srcId="{A560C08B-25C7-4761-9D6B-6C26224F7B87}" destId="{949164A3-5244-4F31-A2E1-C7CD44AAF661}" srcOrd="2" destOrd="0" presId="urn:microsoft.com/office/officeart/2018/2/layout/IconVerticalSolidList"/>
    <dgm:cxn modelId="{55B6B1A6-B18A-4192-B39F-63895D461B5A}" type="presParOf" srcId="{949164A3-5244-4F31-A2E1-C7CD44AAF661}" destId="{67632D36-F6B9-46A0-A582-C126E40F3A1A}" srcOrd="0" destOrd="0" presId="urn:microsoft.com/office/officeart/2018/2/layout/IconVerticalSolidList"/>
    <dgm:cxn modelId="{34B94849-197C-4C23-B81B-76337666F06D}" type="presParOf" srcId="{949164A3-5244-4F31-A2E1-C7CD44AAF661}" destId="{AE721BB4-2829-44D0-B4E4-A9E32BCE2370}" srcOrd="1" destOrd="0" presId="urn:microsoft.com/office/officeart/2018/2/layout/IconVerticalSolidList"/>
    <dgm:cxn modelId="{D12D3291-30BE-4E04-8B26-D9DEAFA6EE10}" type="presParOf" srcId="{949164A3-5244-4F31-A2E1-C7CD44AAF661}" destId="{5219DFED-2519-43A8-8681-998D26A7CE8F}" srcOrd="2" destOrd="0" presId="urn:microsoft.com/office/officeart/2018/2/layout/IconVerticalSolidList"/>
    <dgm:cxn modelId="{F17E031C-45D8-42B2-B69C-7D0EA706C17A}" type="presParOf" srcId="{949164A3-5244-4F31-A2E1-C7CD44AAF661}" destId="{94438C25-728F-4E68-A401-89CAE5904FDD}" srcOrd="3" destOrd="0" presId="urn:microsoft.com/office/officeart/2018/2/layout/IconVerticalSolidList"/>
    <dgm:cxn modelId="{0C820BF7-5E49-4087-A984-A67811CBC012}" type="presParOf" srcId="{A560C08B-25C7-4761-9D6B-6C26224F7B87}" destId="{923A3ECA-31DB-4B89-9F26-F0C8B836063F}" srcOrd="3" destOrd="0" presId="urn:microsoft.com/office/officeart/2018/2/layout/IconVerticalSolidList"/>
    <dgm:cxn modelId="{F195D163-F3FF-45A1-9108-15305081F260}" type="presParOf" srcId="{A560C08B-25C7-4761-9D6B-6C26224F7B87}" destId="{18FFF6C6-8666-4C20-9C2B-20E2EE33D4D9}" srcOrd="4" destOrd="0" presId="urn:microsoft.com/office/officeart/2018/2/layout/IconVerticalSolidList"/>
    <dgm:cxn modelId="{6AB35022-E530-4EC7-A7F2-A1A566EE9825}" type="presParOf" srcId="{18FFF6C6-8666-4C20-9C2B-20E2EE33D4D9}" destId="{450EF3AC-AB12-473A-9E21-B34104C32F23}" srcOrd="0" destOrd="0" presId="urn:microsoft.com/office/officeart/2018/2/layout/IconVerticalSolidList"/>
    <dgm:cxn modelId="{BE793371-C041-46EC-9708-88C176D98377}" type="presParOf" srcId="{18FFF6C6-8666-4C20-9C2B-20E2EE33D4D9}" destId="{564EE477-E7F0-4908-AACC-11DECFB6C274}" srcOrd="1" destOrd="0" presId="urn:microsoft.com/office/officeart/2018/2/layout/IconVerticalSolidList"/>
    <dgm:cxn modelId="{99B2D910-532E-46BE-9F6E-DCEDC98443D3}" type="presParOf" srcId="{18FFF6C6-8666-4C20-9C2B-20E2EE33D4D9}" destId="{FE0E6FFF-7E09-4E13-9449-81A3B8074A6E}" srcOrd="2" destOrd="0" presId="urn:microsoft.com/office/officeart/2018/2/layout/IconVerticalSolidList"/>
    <dgm:cxn modelId="{0836B77E-B0D3-4A9B-8375-661BB05D54C6}" type="presParOf" srcId="{18FFF6C6-8666-4C20-9C2B-20E2EE33D4D9}" destId="{FCB325E4-3437-4FE6-9B58-95C18797E5B0}" srcOrd="3" destOrd="0" presId="urn:microsoft.com/office/officeart/2018/2/layout/IconVerticalSolidList"/>
    <dgm:cxn modelId="{CEF2685D-7BB1-4A1E-98E9-E640FC2D997D}" type="presParOf" srcId="{A560C08B-25C7-4761-9D6B-6C26224F7B87}" destId="{180F2262-13C0-47C7-B8A8-DF8D534946FB}" srcOrd="5" destOrd="0" presId="urn:microsoft.com/office/officeart/2018/2/layout/IconVerticalSolidList"/>
    <dgm:cxn modelId="{3BEE06C2-AAA7-47B7-99E8-19AAFAD13DDF}" type="presParOf" srcId="{A560C08B-25C7-4761-9D6B-6C26224F7B87}" destId="{8CEA064A-9A7D-410B-9666-AD9BA6CBDB51}" srcOrd="6" destOrd="0" presId="urn:microsoft.com/office/officeart/2018/2/layout/IconVerticalSolidList"/>
    <dgm:cxn modelId="{F7D12DBD-ECF0-414B-ACAD-FE1E6F424065}" type="presParOf" srcId="{8CEA064A-9A7D-410B-9666-AD9BA6CBDB51}" destId="{35FDAC8F-ADB3-45C8-A128-8D2E7FE748C7}" srcOrd="0" destOrd="0" presId="urn:microsoft.com/office/officeart/2018/2/layout/IconVerticalSolidList"/>
    <dgm:cxn modelId="{C1F00FEE-E691-47EA-B419-78FD475031B4}" type="presParOf" srcId="{8CEA064A-9A7D-410B-9666-AD9BA6CBDB51}" destId="{61B0D412-3E74-4414-9FAE-5EFA50048CF8}" srcOrd="1" destOrd="0" presId="urn:microsoft.com/office/officeart/2018/2/layout/IconVerticalSolidList"/>
    <dgm:cxn modelId="{2057367C-341F-4AE6-B006-6CA16DA1C7A0}" type="presParOf" srcId="{8CEA064A-9A7D-410B-9666-AD9BA6CBDB51}" destId="{70B3C773-45FB-4BB7-AEE7-C72D302BB14C}" srcOrd="2" destOrd="0" presId="urn:microsoft.com/office/officeart/2018/2/layout/IconVerticalSolidList"/>
    <dgm:cxn modelId="{D6831652-8902-44EF-B8B1-5E4DCE55094E}" type="presParOf" srcId="{8CEA064A-9A7D-410B-9666-AD9BA6CBDB51}" destId="{5F696EAA-22EB-49B8-A635-7834BC4CC4F2}" srcOrd="3" destOrd="0" presId="urn:microsoft.com/office/officeart/2018/2/layout/IconVerticalSolidList"/>
    <dgm:cxn modelId="{0563D82A-6962-401B-A5C1-CBD21961E15E}" type="presParOf" srcId="{A560C08B-25C7-4761-9D6B-6C26224F7B87}" destId="{02C9D229-F07E-4584-A9A2-61416EA321A2}" srcOrd="7" destOrd="0" presId="urn:microsoft.com/office/officeart/2018/2/layout/IconVerticalSolidList"/>
    <dgm:cxn modelId="{C69DF4E8-4FCB-4A2A-A118-3FDE195CB410}" type="presParOf" srcId="{A560C08B-25C7-4761-9D6B-6C26224F7B87}" destId="{1D90C91F-08E0-4981-95BF-E96AF4CDC883}" srcOrd="8" destOrd="0" presId="urn:microsoft.com/office/officeart/2018/2/layout/IconVerticalSolidList"/>
    <dgm:cxn modelId="{4FB4EE27-23A2-4FD5-8E26-DFFACA07561A}" type="presParOf" srcId="{1D90C91F-08E0-4981-95BF-E96AF4CDC883}" destId="{E7256898-60B2-4D82-B442-1BC8E6CBADB9}" srcOrd="0" destOrd="0" presId="urn:microsoft.com/office/officeart/2018/2/layout/IconVerticalSolidList"/>
    <dgm:cxn modelId="{3A351A1F-039F-4978-B719-D920DF01783C}" type="presParOf" srcId="{1D90C91F-08E0-4981-95BF-E96AF4CDC883}" destId="{0FC14F08-F04E-4CEB-BC65-A6A06B60FBE3}" srcOrd="1" destOrd="0" presId="urn:microsoft.com/office/officeart/2018/2/layout/IconVerticalSolidList"/>
    <dgm:cxn modelId="{80541790-309E-4C96-9B51-06EB5E08E416}" type="presParOf" srcId="{1D90C91F-08E0-4981-95BF-E96AF4CDC883}" destId="{EAE45D30-4F4B-47F7-8FA2-26AFF478560C}" srcOrd="2" destOrd="0" presId="urn:microsoft.com/office/officeart/2018/2/layout/IconVerticalSolidList"/>
    <dgm:cxn modelId="{1275926F-36DB-4F93-B851-07F7E1179DA5}" type="presParOf" srcId="{1D90C91F-08E0-4981-95BF-E96AF4CDC883}" destId="{655D5765-17D0-470C-8C9D-37A41FB824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BB00D5D-7C87-4F58-AD56-000C8F52B3D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2C76A4E-F690-474D-9740-3697A0F29A93}">
      <dgm:prSet/>
      <dgm:spPr/>
      <dgm:t>
        <a:bodyPr/>
        <a:lstStyle/>
        <a:p>
          <a:r>
            <a:rPr lang="en-US" b="0" i="0"/>
            <a:t>Source: connect to same repository as CodePipeline source</a:t>
          </a:r>
          <a:endParaRPr lang="en-US"/>
        </a:p>
      </dgm:t>
    </dgm:pt>
    <dgm:pt modelId="{8D46A664-767D-4A14-BC0E-A12086D55FDF}" type="parTrans" cxnId="{DE9BB8CE-E5DD-460E-918F-1E43DBB5D408}">
      <dgm:prSet/>
      <dgm:spPr/>
      <dgm:t>
        <a:bodyPr/>
        <a:lstStyle/>
        <a:p>
          <a:endParaRPr lang="en-US"/>
        </a:p>
      </dgm:t>
    </dgm:pt>
    <dgm:pt modelId="{A9608E80-67F0-4CD2-9DE9-2CDC13234D46}" type="sibTrans" cxnId="{DE9BB8CE-E5DD-460E-918F-1E43DBB5D408}">
      <dgm:prSet/>
      <dgm:spPr/>
      <dgm:t>
        <a:bodyPr/>
        <a:lstStyle/>
        <a:p>
          <a:endParaRPr lang="en-US"/>
        </a:p>
      </dgm:t>
    </dgm:pt>
    <dgm:pt modelId="{DC30688F-FDBD-4674-AA65-53C3D5B8E4F0}">
      <dgm:prSet/>
      <dgm:spPr/>
      <dgm:t>
        <a:bodyPr/>
        <a:lstStyle/>
        <a:p>
          <a:r>
            <a:rPr lang="en-US" b="0" i="0"/>
            <a:t>Environment: managed image (Linux) with privileged mode enabled to build Docker</a:t>
          </a:r>
          <a:endParaRPr lang="en-US"/>
        </a:p>
      </dgm:t>
    </dgm:pt>
    <dgm:pt modelId="{86949635-A2BA-45C4-B03B-663ECD2549BE}" type="parTrans" cxnId="{482529CB-5FA0-425B-A83F-E55B3D466285}">
      <dgm:prSet/>
      <dgm:spPr/>
      <dgm:t>
        <a:bodyPr/>
        <a:lstStyle/>
        <a:p>
          <a:endParaRPr lang="en-US"/>
        </a:p>
      </dgm:t>
    </dgm:pt>
    <dgm:pt modelId="{5BA2F932-26F3-4BBA-A9C6-1BABF8C1BD2D}" type="sibTrans" cxnId="{482529CB-5FA0-425B-A83F-E55B3D466285}">
      <dgm:prSet/>
      <dgm:spPr/>
      <dgm:t>
        <a:bodyPr/>
        <a:lstStyle/>
        <a:p>
          <a:endParaRPr lang="en-US"/>
        </a:p>
      </dgm:t>
    </dgm:pt>
    <dgm:pt modelId="{FD9E0AA5-5F19-4C00-B4CB-889A2F14B81F}">
      <dgm:prSet/>
      <dgm:spPr/>
      <dgm:t>
        <a:bodyPr/>
        <a:lstStyle/>
        <a:p>
          <a:r>
            <a:rPr lang="en-US" b="0" i="0"/>
            <a:t>Service role: IAM role with permissions to read repo and push images to ECR</a:t>
          </a:r>
          <a:endParaRPr lang="en-US"/>
        </a:p>
      </dgm:t>
    </dgm:pt>
    <dgm:pt modelId="{7A54D20E-4CEF-47B6-AD5D-90673572DCF0}" type="parTrans" cxnId="{F167D60F-B644-404D-9141-3E585527EDCE}">
      <dgm:prSet/>
      <dgm:spPr/>
      <dgm:t>
        <a:bodyPr/>
        <a:lstStyle/>
        <a:p>
          <a:endParaRPr lang="en-US"/>
        </a:p>
      </dgm:t>
    </dgm:pt>
    <dgm:pt modelId="{16969C2B-FAA3-466E-95B9-3059F18360A6}" type="sibTrans" cxnId="{F167D60F-B644-404D-9141-3E585527EDCE}">
      <dgm:prSet/>
      <dgm:spPr/>
      <dgm:t>
        <a:bodyPr/>
        <a:lstStyle/>
        <a:p>
          <a:endParaRPr lang="en-US"/>
        </a:p>
      </dgm:t>
    </dgm:pt>
    <dgm:pt modelId="{9A8CB78C-2A87-4FAB-9841-7167D2E4EE36}">
      <dgm:prSet/>
      <dgm:spPr/>
      <dgm:t>
        <a:bodyPr/>
        <a:lstStyle/>
        <a:p>
          <a:r>
            <a:rPr lang="en-US" b="0" i="0"/>
            <a:t>Use buildspec.yml to: log in to ECR, build Docker image, push image, create imagedefinitions.json artifact</a:t>
          </a:r>
          <a:endParaRPr lang="en-US"/>
        </a:p>
      </dgm:t>
    </dgm:pt>
    <dgm:pt modelId="{4B1768D3-70BD-4AA9-90FD-EDDC80AC70BE}" type="parTrans" cxnId="{FF8CABE9-06C4-4EB4-B8BD-3CE34E63BEF3}">
      <dgm:prSet/>
      <dgm:spPr/>
      <dgm:t>
        <a:bodyPr/>
        <a:lstStyle/>
        <a:p>
          <a:endParaRPr lang="en-US"/>
        </a:p>
      </dgm:t>
    </dgm:pt>
    <dgm:pt modelId="{96C66C96-14F6-4268-A92F-C2C6856BC8DE}" type="sibTrans" cxnId="{FF8CABE9-06C4-4EB4-B8BD-3CE34E63BEF3}">
      <dgm:prSet/>
      <dgm:spPr/>
      <dgm:t>
        <a:bodyPr/>
        <a:lstStyle/>
        <a:p>
          <a:endParaRPr lang="en-US"/>
        </a:p>
      </dgm:t>
    </dgm:pt>
    <dgm:pt modelId="{18B554C5-4C79-4A81-AB32-D2809A2019B3}" type="pres">
      <dgm:prSet presAssocID="{2BB00D5D-7C87-4F58-AD56-000C8F52B3D5}" presName="linear" presStyleCnt="0">
        <dgm:presLayoutVars>
          <dgm:animLvl val="lvl"/>
          <dgm:resizeHandles val="exact"/>
        </dgm:presLayoutVars>
      </dgm:prSet>
      <dgm:spPr/>
    </dgm:pt>
    <dgm:pt modelId="{CBB69277-8C84-4F3B-B53C-594AD38E33C6}" type="pres">
      <dgm:prSet presAssocID="{92C76A4E-F690-474D-9740-3697A0F29A9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62CCDBF-AE11-4A05-AB8A-367DB217C125}" type="pres">
      <dgm:prSet presAssocID="{A9608E80-67F0-4CD2-9DE9-2CDC13234D46}" presName="spacer" presStyleCnt="0"/>
      <dgm:spPr/>
    </dgm:pt>
    <dgm:pt modelId="{6F8493F2-CBE2-40EA-AAF2-948A05EB487E}" type="pres">
      <dgm:prSet presAssocID="{DC30688F-FDBD-4674-AA65-53C3D5B8E4F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1B2C219-8757-497D-8770-2F92B8E6D9A0}" type="pres">
      <dgm:prSet presAssocID="{5BA2F932-26F3-4BBA-A9C6-1BABF8C1BD2D}" presName="spacer" presStyleCnt="0"/>
      <dgm:spPr/>
    </dgm:pt>
    <dgm:pt modelId="{5694EB5E-A8FA-4475-BB42-873AFF71E993}" type="pres">
      <dgm:prSet presAssocID="{FD9E0AA5-5F19-4C00-B4CB-889A2F14B81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0530E90-0863-4995-A294-3D401269E61E}" type="pres">
      <dgm:prSet presAssocID="{16969C2B-FAA3-466E-95B9-3059F18360A6}" presName="spacer" presStyleCnt="0"/>
      <dgm:spPr/>
    </dgm:pt>
    <dgm:pt modelId="{15C0B851-4E4B-41D1-AF01-7048B8C96DB1}" type="pres">
      <dgm:prSet presAssocID="{9A8CB78C-2A87-4FAB-9841-7167D2E4EE3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167D60F-B644-404D-9141-3E585527EDCE}" srcId="{2BB00D5D-7C87-4F58-AD56-000C8F52B3D5}" destId="{FD9E0AA5-5F19-4C00-B4CB-889A2F14B81F}" srcOrd="2" destOrd="0" parTransId="{7A54D20E-4CEF-47B6-AD5D-90673572DCF0}" sibTransId="{16969C2B-FAA3-466E-95B9-3059F18360A6}"/>
    <dgm:cxn modelId="{58F76948-40F2-452E-B9C4-6610D8C76997}" type="presOf" srcId="{FD9E0AA5-5F19-4C00-B4CB-889A2F14B81F}" destId="{5694EB5E-A8FA-4475-BB42-873AFF71E993}" srcOrd="0" destOrd="0" presId="urn:microsoft.com/office/officeart/2005/8/layout/vList2"/>
    <dgm:cxn modelId="{50DB0088-34B6-48F1-80BB-6541FD4FDE65}" type="presOf" srcId="{92C76A4E-F690-474D-9740-3697A0F29A93}" destId="{CBB69277-8C84-4F3B-B53C-594AD38E33C6}" srcOrd="0" destOrd="0" presId="urn:microsoft.com/office/officeart/2005/8/layout/vList2"/>
    <dgm:cxn modelId="{F981B5C6-610A-4E92-96D6-723DEAE2F97D}" type="presOf" srcId="{DC30688F-FDBD-4674-AA65-53C3D5B8E4F0}" destId="{6F8493F2-CBE2-40EA-AAF2-948A05EB487E}" srcOrd="0" destOrd="0" presId="urn:microsoft.com/office/officeart/2005/8/layout/vList2"/>
    <dgm:cxn modelId="{482529CB-5FA0-425B-A83F-E55B3D466285}" srcId="{2BB00D5D-7C87-4F58-AD56-000C8F52B3D5}" destId="{DC30688F-FDBD-4674-AA65-53C3D5B8E4F0}" srcOrd="1" destOrd="0" parTransId="{86949635-A2BA-45C4-B03B-663ECD2549BE}" sibTransId="{5BA2F932-26F3-4BBA-A9C6-1BABF8C1BD2D}"/>
    <dgm:cxn modelId="{DE9BB8CE-E5DD-460E-918F-1E43DBB5D408}" srcId="{2BB00D5D-7C87-4F58-AD56-000C8F52B3D5}" destId="{92C76A4E-F690-474D-9740-3697A0F29A93}" srcOrd="0" destOrd="0" parTransId="{8D46A664-767D-4A14-BC0E-A12086D55FDF}" sibTransId="{A9608E80-67F0-4CD2-9DE9-2CDC13234D46}"/>
    <dgm:cxn modelId="{2E9940D9-634B-4022-B91B-8E376DC0B59D}" type="presOf" srcId="{2BB00D5D-7C87-4F58-AD56-000C8F52B3D5}" destId="{18B554C5-4C79-4A81-AB32-D2809A2019B3}" srcOrd="0" destOrd="0" presId="urn:microsoft.com/office/officeart/2005/8/layout/vList2"/>
    <dgm:cxn modelId="{FF8CABE9-06C4-4EB4-B8BD-3CE34E63BEF3}" srcId="{2BB00D5D-7C87-4F58-AD56-000C8F52B3D5}" destId="{9A8CB78C-2A87-4FAB-9841-7167D2E4EE36}" srcOrd="3" destOrd="0" parTransId="{4B1768D3-70BD-4AA9-90FD-EDDC80AC70BE}" sibTransId="{96C66C96-14F6-4268-A92F-C2C6856BC8DE}"/>
    <dgm:cxn modelId="{BA1B58EA-1D93-4FDA-939F-742C8B8D681C}" type="presOf" srcId="{9A8CB78C-2A87-4FAB-9841-7167D2E4EE36}" destId="{15C0B851-4E4B-41D1-AF01-7048B8C96DB1}" srcOrd="0" destOrd="0" presId="urn:microsoft.com/office/officeart/2005/8/layout/vList2"/>
    <dgm:cxn modelId="{A477AC0D-B5D0-4750-814A-1E364408FF08}" type="presParOf" srcId="{18B554C5-4C79-4A81-AB32-D2809A2019B3}" destId="{CBB69277-8C84-4F3B-B53C-594AD38E33C6}" srcOrd="0" destOrd="0" presId="urn:microsoft.com/office/officeart/2005/8/layout/vList2"/>
    <dgm:cxn modelId="{966C4D31-F459-4664-9515-5019299742C6}" type="presParOf" srcId="{18B554C5-4C79-4A81-AB32-D2809A2019B3}" destId="{562CCDBF-AE11-4A05-AB8A-367DB217C125}" srcOrd="1" destOrd="0" presId="urn:microsoft.com/office/officeart/2005/8/layout/vList2"/>
    <dgm:cxn modelId="{8D514239-7AD8-4276-8F57-BF269F759099}" type="presParOf" srcId="{18B554C5-4C79-4A81-AB32-D2809A2019B3}" destId="{6F8493F2-CBE2-40EA-AAF2-948A05EB487E}" srcOrd="2" destOrd="0" presId="urn:microsoft.com/office/officeart/2005/8/layout/vList2"/>
    <dgm:cxn modelId="{9978F400-E7BD-4E89-A227-1A8CBA176ADF}" type="presParOf" srcId="{18B554C5-4C79-4A81-AB32-D2809A2019B3}" destId="{D1B2C219-8757-497D-8770-2F92B8E6D9A0}" srcOrd="3" destOrd="0" presId="urn:microsoft.com/office/officeart/2005/8/layout/vList2"/>
    <dgm:cxn modelId="{A4D0E61C-326F-47AF-996A-5F842B267133}" type="presParOf" srcId="{18B554C5-4C79-4A81-AB32-D2809A2019B3}" destId="{5694EB5E-A8FA-4475-BB42-873AFF71E993}" srcOrd="4" destOrd="0" presId="urn:microsoft.com/office/officeart/2005/8/layout/vList2"/>
    <dgm:cxn modelId="{77848593-8F1C-44CF-92B1-15B9C477F4B7}" type="presParOf" srcId="{18B554C5-4C79-4A81-AB32-D2809A2019B3}" destId="{50530E90-0863-4995-A294-3D401269E61E}" srcOrd="5" destOrd="0" presId="urn:microsoft.com/office/officeart/2005/8/layout/vList2"/>
    <dgm:cxn modelId="{CBC2FC85-4684-4645-AF97-E7563F962B2E}" type="presParOf" srcId="{18B554C5-4C79-4A81-AB32-D2809A2019B3}" destId="{15C0B851-4E4B-41D1-AF01-7048B8C96DB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347B3F0-B144-4621-AB8D-08181A38AFBA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F660710-50DA-4BF3-B0F2-9DB9B19024FF}">
      <dgm:prSet/>
      <dgm:spPr/>
      <dgm:t>
        <a:bodyPr/>
        <a:lstStyle/>
        <a:p>
          <a:r>
            <a:rPr lang="en-US"/>
            <a:t>Authenticate</a:t>
          </a:r>
        </a:p>
      </dgm:t>
    </dgm:pt>
    <dgm:pt modelId="{563D18A4-98AA-4C5C-B005-0EEA1EC0BAF3}" type="parTrans" cxnId="{5D2CFC05-D327-4887-AC39-13F4BF712A01}">
      <dgm:prSet/>
      <dgm:spPr/>
      <dgm:t>
        <a:bodyPr/>
        <a:lstStyle/>
        <a:p>
          <a:endParaRPr lang="en-US"/>
        </a:p>
      </dgm:t>
    </dgm:pt>
    <dgm:pt modelId="{A6430C8D-CA77-4232-ADE9-CAEEDE4E8120}" type="sibTrans" cxnId="{5D2CFC05-D327-4887-AC39-13F4BF712A01}">
      <dgm:prSet/>
      <dgm:spPr/>
      <dgm:t>
        <a:bodyPr/>
        <a:lstStyle/>
        <a:p>
          <a:endParaRPr lang="en-US"/>
        </a:p>
      </dgm:t>
    </dgm:pt>
    <dgm:pt modelId="{FB47A146-939F-4594-9D39-E81F615D60A6}">
      <dgm:prSet/>
      <dgm:spPr/>
      <dgm:t>
        <a:bodyPr/>
        <a:lstStyle/>
        <a:p>
          <a:r>
            <a:rPr lang="en-US"/>
            <a:t>pre_build: authenticate to ECR and set IMAGE_TAG (e.g. commit ID)</a:t>
          </a:r>
        </a:p>
      </dgm:t>
    </dgm:pt>
    <dgm:pt modelId="{06E56FF0-5397-4FCA-8EF0-69497DCC0F79}" type="parTrans" cxnId="{74AD3056-8F1A-4796-A7D8-BFAEF4B1847A}">
      <dgm:prSet/>
      <dgm:spPr/>
      <dgm:t>
        <a:bodyPr/>
        <a:lstStyle/>
        <a:p>
          <a:endParaRPr lang="en-US"/>
        </a:p>
      </dgm:t>
    </dgm:pt>
    <dgm:pt modelId="{DACCB5A6-297C-4C1B-8F0B-7F5F04912FC6}" type="sibTrans" cxnId="{74AD3056-8F1A-4796-A7D8-BFAEF4B1847A}">
      <dgm:prSet/>
      <dgm:spPr/>
      <dgm:t>
        <a:bodyPr/>
        <a:lstStyle/>
        <a:p>
          <a:endParaRPr lang="en-US"/>
        </a:p>
      </dgm:t>
    </dgm:pt>
    <dgm:pt modelId="{569C2981-8CE6-4D59-964D-68C815530F17}">
      <dgm:prSet/>
      <dgm:spPr/>
      <dgm:t>
        <a:bodyPr/>
        <a:lstStyle/>
        <a:p>
          <a:r>
            <a:rPr lang="en-US"/>
            <a:t>Build</a:t>
          </a:r>
        </a:p>
      </dgm:t>
    </dgm:pt>
    <dgm:pt modelId="{CCE48703-BE81-41E2-BFF5-FA99884C4F35}" type="parTrans" cxnId="{22657090-1E0A-4EC3-A191-D8968F761E57}">
      <dgm:prSet/>
      <dgm:spPr/>
      <dgm:t>
        <a:bodyPr/>
        <a:lstStyle/>
        <a:p>
          <a:endParaRPr lang="en-US"/>
        </a:p>
      </dgm:t>
    </dgm:pt>
    <dgm:pt modelId="{3935CC42-66F8-4FF2-A0FA-960D3D969354}" type="sibTrans" cxnId="{22657090-1E0A-4EC3-A191-D8968F761E57}">
      <dgm:prSet/>
      <dgm:spPr/>
      <dgm:t>
        <a:bodyPr/>
        <a:lstStyle/>
        <a:p>
          <a:endParaRPr lang="en-US"/>
        </a:p>
      </dgm:t>
    </dgm:pt>
    <dgm:pt modelId="{68BF88A1-93EE-4D93-A7AC-B6348E1C6844}">
      <dgm:prSet/>
      <dgm:spPr/>
      <dgm:t>
        <a:bodyPr/>
        <a:lstStyle/>
        <a:p>
          <a:r>
            <a:rPr lang="en-US"/>
            <a:t>build: docker build -t REPO_URI:IMAGE_TAG .</a:t>
          </a:r>
        </a:p>
      </dgm:t>
    </dgm:pt>
    <dgm:pt modelId="{A73DCDEB-C20A-4574-813D-56FEBDA8985D}" type="parTrans" cxnId="{663CC808-72B3-4826-9C8A-CCAB18DBEC72}">
      <dgm:prSet/>
      <dgm:spPr/>
      <dgm:t>
        <a:bodyPr/>
        <a:lstStyle/>
        <a:p>
          <a:endParaRPr lang="en-US"/>
        </a:p>
      </dgm:t>
    </dgm:pt>
    <dgm:pt modelId="{AD14C49C-EBE3-480E-A4E2-74548863231F}" type="sibTrans" cxnId="{663CC808-72B3-4826-9C8A-CCAB18DBEC72}">
      <dgm:prSet/>
      <dgm:spPr/>
      <dgm:t>
        <a:bodyPr/>
        <a:lstStyle/>
        <a:p>
          <a:endParaRPr lang="en-US"/>
        </a:p>
      </dgm:t>
    </dgm:pt>
    <dgm:pt modelId="{B417B3D4-3538-4F42-AA57-4579EF837634}">
      <dgm:prSet/>
      <dgm:spPr/>
      <dgm:t>
        <a:bodyPr/>
        <a:lstStyle/>
        <a:p>
          <a:r>
            <a:rPr lang="en-US"/>
            <a:t>Build</a:t>
          </a:r>
        </a:p>
      </dgm:t>
    </dgm:pt>
    <dgm:pt modelId="{7A535B22-119E-4FDD-B221-B5E85CEC9A9D}" type="parTrans" cxnId="{543494C9-569B-475B-A52C-7D2E6AC98846}">
      <dgm:prSet/>
      <dgm:spPr/>
      <dgm:t>
        <a:bodyPr/>
        <a:lstStyle/>
        <a:p>
          <a:endParaRPr lang="en-US"/>
        </a:p>
      </dgm:t>
    </dgm:pt>
    <dgm:pt modelId="{9B641A1A-8370-4B62-A656-630C393C7FD7}" type="sibTrans" cxnId="{543494C9-569B-475B-A52C-7D2E6AC98846}">
      <dgm:prSet/>
      <dgm:spPr/>
      <dgm:t>
        <a:bodyPr/>
        <a:lstStyle/>
        <a:p>
          <a:endParaRPr lang="en-US"/>
        </a:p>
      </dgm:t>
    </dgm:pt>
    <dgm:pt modelId="{2D43F9F1-77D6-458E-AFC5-10E0D311B9C6}">
      <dgm:prSet/>
      <dgm:spPr/>
      <dgm:t>
        <a:bodyPr/>
        <a:lstStyle/>
        <a:p>
          <a:r>
            <a:rPr lang="en-US"/>
            <a:t>build: docker push REPO_URI:IMAGE_TAG</a:t>
          </a:r>
        </a:p>
      </dgm:t>
    </dgm:pt>
    <dgm:pt modelId="{9153C9F1-1A40-4864-A3D8-7DEB74D38A40}" type="parTrans" cxnId="{E83746B1-94E0-4468-B11F-7E8D4BC8D220}">
      <dgm:prSet/>
      <dgm:spPr/>
      <dgm:t>
        <a:bodyPr/>
        <a:lstStyle/>
        <a:p>
          <a:endParaRPr lang="en-US"/>
        </a:p>
      </dgm:t>
    </dgm:pt>
    <dgm:pt modelId="{1C0FE18A-1930-4CF4-B659-1FC97CECF480}" type="sibTrans" cxnId="{E83746B1-94E0-4468-B11F-7E8D4BC8D220}">
      <dgm:prSet/>
      <dgm:spPr/>
      <dgm:t>
        <a:bodyPr/>
        <a:lstStyle/>
        <a:p>
          <a:endParaRPr lang="en-US"/>
        </a:p>
      </dgm:t>
    </dgm:pt>
    <dgm:pt modelId="{1AAFC5AE-82A1-48E8-871E-B56BB590187D}">
      <dgm:prSet/>
      <dgm:spPr/>
      <dgm:t>
        <a:bodyPr/>
        <a:lstStyle/>
        <a:p>
          <a:r>
            <a:rPr lang="en-US"/>
            <a:t>Post</a:t>
          </a:r>
        </a:p>
      </dgm:t>
    </dgm:pt>
    <dgm:pt modelId="{F3E3EE17-FB2F-4F3F-ACD7-8B83A9E62D04}" type="parTrans" cxnId="{7D5AD79B-C5FB-429D-8122-2609916D34EF}">
      <dgm:prSet/>
      <dgm:spPr/>
      <dgm:t>
        <a:bodyPr/>
        <a:lstStyle/>
        <a:p>
          <a:endParaRPr lang="en-US"/>
        </a:p>
      </dgm:t>
    </dgm:pt>
    <dgm:pt modelId="{DB3A2A1E-DF4F-4224-8649-643D5A115A4E}" type="sibTrans" cxnId="{7D5AD79B-C5FB-429D-8122-2609916D34EF}">
      <dgm:prSet/>
      <dgm:spPr/>
      <dgm:t>
        <a:bodyPr/>
        <a:lstStyle/>
        <a:p>
          <a:endParaRPr lang="en-US"/>
        </a:p>
      </dgm:t>
    </dgm:pt>
    <dgm:pt modelId="{FFF43020-6855-4BBF-94A7-D43D9DFB5E02}">
      <dgm:prSet/>
      <dgm:spPr/>
      <dgm:t>
        <a:bodyPr/>
        <a:lstStyle/>
        <a:p>
          <a:r>
            <a:rPr lang="en-US"/>
            <a:t>post_build: generate imagedefinitions.json for ECS deployment</a:t>
          </a:r>
        </a:p>
      </dgm:t>
    </dgm:pt>
    <dgm:pt modelId="{8BCEB6AE-8C93-4D50-BF77-35B82E4B2814}" type="parTrans" cxnId="{0E0E1459-65F8-401F-BACB-07DC3ED887D7}">
      <dgm:prSet/>
      <dgm:spPr/>
      <dgm:t>
        <a:bodyPr/>
        <a:lstStyle/>
        <a:p>
          <a:endParaRPr lang="en-US"/>
        </a:p>
      </dgm:t>
    </dgm:pt>
    <dgm:pt modelId="{76F4C18A-62FF-4DE9-A8E6-3C9FDDE57F0A}" type="sibTrans" cxnId="{0E0E1459-65F8-401F-BACB-07DC3ED887D7}">
      <dgm:prSet/>
      <dgm:spPr/>
      <dgm:t>
        <a:bodyPr/>
        <a:lstStyle/>
        <a:p>
          <a:endParaRPr lang="en-US"/>
        </a:p>
      </dgm:t>
    </dgm:pt>
    <dgm:pt modelId="{A3C20C55-8B2C-4459-8E89-A90A10FB2618}">
      <dgm:prSet/>
      <dgm:spPr/>
      <dgm:t>
        <a:bodyPr/>
        <a:lstStyle/>
        <a:p>
          <a:r>
            <a:rPr lang="en-US"/>
            <a:t>Output</a:t>
          </a:r>
        </a:p>
      </dgm:t>
    </dgm:pt>
    <dgm:pt modelId="{756BC418-F3AC-4730-A089-B422DF2ECD74}" type="parTrans" cxnId="{9227710B-60DD-46EB-93ED-0D2A0C6CCD0F}">
      <dgm:prSet/>
      <dgm:spPr/>
      <dgm:t>
        <a:bodyPr/>
        <a:lstStyle/>
        <a:p>
          <a:endParaRPr lang="en-US"/>
        </a:p>
      </dgm:t>
    </dgm:pt>
    <dgm:pt modelId="{3A9AE8DD-BB4C-412A-ACF0-D324BDABCCA4}" type="sibTrans" cxnId="{9227710B-60DD-46EB-93ED-0D2A0C6CCD0F}">
      <dgm:prSet/>
      <dgm:spPr/>
      <dgm:t>
        <a:bodyPr/>
        <a:lstStyle/>
        <a:p>
          <a:endParaRPr lang="en-US"/>
        </a:p>
      </dgm:t>
    </dgm:pt>
    <dgm:pt modelId="{C33BB241-415B-4879-8D40-741A2ED3DD12}">
      <dgm:prSet/>
      <dgm:spPr/>
      <dgm:t>
        <a:bodyPr/>
        <a:lstStyle/>
        <a:p>
          <a:r>
            <a:rPr lang="en-US"/>
            <a:t>artifacts: output imagedefinitions.json for CodePipeline deploy stage</a:t>
          </a:r>
        </a:p>
      </dgm:t>
    </dgm:pt>
    <dgm:pt modelId="{41F2388F-EB24-4F86-A61B-D5F58E43749B}" type="parTrans" cxnId="{84F663B8-E04E-491F-A143-E2823934B4A0}">
      <dgm:prSet/>
      <dgm:spPr/>
      <dgm:t>
        <a:bodyPr/>
        <a:lstStyle/>
        <a:p>
          <a:endParaRPr lang="en-US"/>
        </a:p>
      </dgm:t>
    </dgm:pt>
    <dgm:pt modelId="{C007FCE9-9621-4713-9A07-DF5550572576}" type="sibTrans" cxnId="{84F663B8-E04E-491F-A143-E2823934B4A0}">
      <dgm:prSet/>
      <dgm:spPr/>
      <dgm:t>
        <a:bodyPr/>
        <a:lstStyle/>
        <a:p>
          <a:endParaRPr lang="en-US"/>
        </a:p>
      </dgm:t>
    </dgm:pt>
    <dgm:pt modelId="{FDE5550B-6897-46DB-8983-D40A84AF1727}" type="pres">
      <dgm:prSet presAssocID="{6347B3F0-B144-4621-AB8D-08181A38AFBA}" presName="Name0" presStyleCnt="0">
        <dgm:presLayoutVars>
          <dgm:dir/>
          <dgm:animLvl val="lvl"/>
          <dgm:resizeHandles val="exact"/>
        </dgm:presLayoutVars>
      </dgm:prSet>
      <dgm:spPr/>
    </dgm:pt>
    <dgm:pt modelId="{F6E320CE-D3E7-4FAF-9434-0AE62740B126}" type="pres">
      <dgm:prSet presAssocID="{5F660710-50DA-4BF3-B0F2-9DB9B19024FF}" presName="linNode" presStyleCnt="0"/>
      <dgm:spPr/>
    </dgm:pt>
    <dgm:pt modelId="{5493B38D-1308-4A47-ACFB-D36C6BAB8C0D}" type="pres">
      <dgm:prSet presAssocID="{5F660710-50DA-4BF3-B0F2-9DB9B19024FF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4E3354BA-3FC4-480A-8A72-8D3B2180BFF9}" type="pres">
      <dgm:prSet presAssocID="{5F660710-50DA-4BF3-B0F2-9DB9B19024FF}" presName="descendantText" presStyleLbl="alignAccFollowNode1" presStyleIdx="0" presStyleCnt="5">
        <dgm:presLayoutVars>
          <dgm:bulletEnabled/>
        </dgm:presLayoutVars>
      </dgm:prSet>
      <dgm:spPr/>
    </dgm:pt>
    <dgm:pt modelId="{EFA0D3E9-1333-44C2-B15A-8315AF45401E}" type="pres">
      <dgm:prSet presAssocID="{A6430C8D-CA77-4232-ADE9-CAEEDE4E8120}" presName="sp" presStyleCnt="0"/>
      <dgm:spPr/>
    </dgm:pt>
    <dgm:pt modelId="{54CA3CA4-6589-4173-A56E-6E73AD5176BA}" type="pres">
      <dgm:prSet presAssocID="{569C2981-8CE6-4D59-964D-68C815530F17}" presName="linNode" presStyleCnt="0"/>
      <dgm:spPr/>
    </dgm:pt>
    <dgm:pt modelId="{F8EA805E-54E4-44EA-A4F7-374B824CEC10}" type="pres">
      <dgm:prSet presAssocID="{569C2981-8CE6-4D59-964D-68C815530F17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19D29C38-A8A8-4514-9297-7A3B55022363}" type="pres">
      <dgm:prSet presAssocID="{569C2981-8CE6-4D59-964D-68C815530F17}" presName="descendantText" presStyleLbl="alignAccFollowNode1" presStyleIdx="1" presStyleCnt="5">
        <dgm:presLayoutVars>
          <dgm:bulletEnabled/>
        </dgm:presLayoutVars>
      </dgm:prSet>
      <dgm:spPr/>
    </dgm:pt>
    <dgm:pt modelId="{09DE7EF5-FDCE-4EE0-9142-DE1BFDE5AFF1}" type="pres">
      <dgm:prSet presAssocID="{3935CC42-66F8-4FF2-A0FA-960D3D969354}" presName="sp" presStyleCnt="0"/>
      <dgm:spPr/>
    </dgm:pt>
    <dgm:pt modelId="{D162D7CA-B946-439A-B222-B74585D48D65}" type="pres">
      <dgm:prSet presAssocID="{B417B3D4-3538-4F42-AA57-4579EF837634}" presName="linNode" presStyleCnt="0"/>
      <dgm:spPr/>
    </dgm:pt>
    <dgm:pt modelId="{A4B2CF51-A699-4B7E-B2F3-6994CEA77425}" type="pres">
      <dgm:prSet presAssocID="{B417B3D4-3538-4F42-AA57-4579EF837634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531F9A82-86B6-4559-B140-9A22ED5B772F}" type="pres">
      <dgm:prSet presAssocID="{B417B3D4-3538-4F42-AA57-4579EF837634}" presName="descendantText" presStyleLbl="alignAccFollowNode1" presStyleIdx="2" presStyleCnt="5">
        <dgm:presLayoutVars>
          <dgm:bulletEnabled/>
        </dgm:presLayoutVars>
      </dgm:prSet>
      <dgm:spPr/>
    </dgm:pt>
    <dgm:pt modelId="{4EDEA1F8-D157-4E35-BBC0-1560D579198D}" type="pres">
      <dgm:prSet presAssocID="{9B641A1A-8370-4B62-A656-630C393C7FD7}" presName="sp" presStyleCnt="0"/>
      <dgm:spPr/>
    </dgm:pt>
    <dgm:pt modelId="{2EB1516E-0D63-4807-9184-3BCFF38E5BC3}" type="pres">
      <dgm:prSet presAssocID="{1AAFC5AE-82A1-48E8-871E-B56BB590187D}" presName="linNode" presStyleCnt="0"/>
      <dgm:spPr/>
    </dgm:pt>
    <dgm:pt modelId="{0C8B71D6-2ADE-43CD-B4CB-342E8B54E7E3}" type="pres">
      <dgm:prSet presAssocID="{1AAFC5AE-82A1-48E8-871E-B56BB590187D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0C001FE7-AC6F-40EE-8625-C619AD529CBD}" type="pres">
      <dgm:prSet presAssocID="{1AAFC5AE-82A1-48E8-871E-B56BB590187D}" presName="descendantText" presStyleLbl="alignAccFollowNode1" presStyleIdx="3" presStyleCnt="5">
        <dgm:presLayoutVars>
          <dgm:bulletEnabled/>
        </dgm:presLayoutVars>
      </dgm:prSet>
      <dgm:spPr/>
    </dgm:pt>
    <dgm:pt modelId="{79522BC2-2CDD-4ECC-86D2-08DD178FC044}" type="pres">
      <dgm:prSet presAssocID="{DB3A2A1E-DF4F-4224-8649-643D5A115A4E}" presName="sp" presStyleCnt="0"/>
      <dgm:spPr/>
    </dgm:pt>
    <dgm:pt modelId="{5A5BC110-DDC2-46A2-81D6-D4FCDF56075E}" type="pres">
      <dgm:prSet presAssocID="{A3C20C55-8B2C-4459-8E89-A90A10FB2618}" presName="linNode" presStyleCnt="0"/>
      <dgm:spPr/>
    </dgm:pt>
    <dgm:pt modelId="{F3DFB920-F28C-4DA1-B368-2162540D0A9F}" type="pres">
      <dgm:prSet presAssocID="{A3C20C55-8B2C-4459-8E89-A90A10FB2618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3E271834-D658-4037-B3DB-F19F17D27C7F}" type="pres">
      <dgm:prSet presAssocID="{A3C20C55-8B2C-4459-8E89-A90A10FB2618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F69AD301-1E27-4F2A-8EF3-7BE8F7334E18}" type="presOf" srcId="{569C2981-8CE6-4D59-964D-68C815530F17}" destId="{F8EA805E-54E4-44EA-A4F7-374B824CEC10}" srcOrd="0" destOrd="0" presId="urn:microsoft.com/office/officeart/2016/7/layout/VerticalSolidActionList"/>
    <dgm:cxn modelId="{5D2CFC05-D327-4887-AC39-13F4BF712A01}" srcId="{6347B3F0-B144-4621-AB8D-08181A38AFBA}" destId="{5F660710-50DA-4BF3-B0F2-9DB9B19024FF}" srcOrd="0" destOrd="0" parTransId="{563D18A4-98AA-4C5C-B005-0EEA1EC0BAF3}" sibTransId="{A6430C8D-CA77-4232-ADE9-CAEEDE4E8120}"/>
    <dgm:cxn modelId="{663CC808-72B3-4826-9C8A-CCAB18DBEC72}" srcId="{569C2981-8CE6-4D59-964D-68C815530F17}" destId="{68BF88A1-93EE-4D93-A7AC-B6348E1C6844}" srcOrd="0" destOrd="0" parTransId="{A73DCDEB-C20A-4574-813D-56FEBDA8985D}" sibTransId="{AD14C49C-EBE3-480E-A4E2-74548863231F}"/>
    <dgm:cxn modelId="{8B5E4409-280A-4A5A-BB7D-FC43476C42C6}" type="presOf" srcId="{A3C20C55-8B2C-4459-8E89-A90A10FB2618}" destId="{F3DFB920-F28C-4DA1-B368-2162540D0A9F}" srcOrd="0" destOrd="0" presId="urn:microsoft.com/office/officeart/2016/7/layout/VerticalSolidActionList"/>
    <dgm:cxn modelId="{9227710B-60DD-46EB-93ED-0D2A0C6CCD0F}" srcId="{6347B3F0-B144-4621-AB8D-08181A38AFBA}" destId="{A3C20C55-8B2C-4459-8E89-A90A10FB2618}" srcOrd="4" destOrd="0" parTransId="{756BC418-F3AC-4730-A089-B422DF2ECD74}" sibTransId="{3A9AE8DD-BB4C-412A-ACF0-D324BDABCCA4}"/>
    <dgm:cxn modelId="{6D4D0429-F1EE-42B6-BB84-A2E29FF8A298}" type="presOf" srcId="{FB47A146-939F-4594-9D39-E81F615D60A6}" destId="{4E3354BA-3FC4-480A-8A72-8D3B2180BFF9}" srcOrd="0" destOrd="0" presId="urn:microsoft.com/office/officeart/2016/7/layout/VerticalSolidActionList"/>
    <dgm:cxn modelId="{A0766E33-7024-4522-AEAA-47972596780B}" type="presOf" srcId="{1AAFC5AE-82A1-48E8-871E-B56BB590187D}" destId="{0C8B71D6-2ADE-43CD-B4CB-342E8B54E7E3}" srcOrd="0" destOrd="0" presId="urn:microsoft.com/office/officeart/2016/7/layout/VerticalSolidActionList"/>
    <dgm:cxn modelId="{8FC6375B-A897-41E1-8CCC-1714E8D5B885}" type="presOf" srcId="{2D43F9F1-77D6-458E-AFC5-10E0D311B9C6}" destId="{531F9A82-86B6-4559-B140-9A22ED5B772F}" srcOrd="0" destOrd="0" presId="urn:microsoft.com/office/officeart/2016/7/layout/VerticalSolidActionList"/>
    <dgm:cxn modelId="{EA12D849-8851-4169-8EC9-FE91321B0D6E}" type="presOf" srcId="{FFF43020-6855-4BBF-94A7-D43D9DFB5E02}" destId="{0C001FE7-AC6F-40EE-8625-C619AD529CBD}" srcOrd="0" destOrd="0" presId="urn:microsoft.com/office/officeart/2016/7/layout/VerticalSolidActionList"/>
    <dgm:cxn modelId="{74AD3056-8F1A-4796-A7D8-BFAEF4B1847A}" srcId="{5F660710-50DA-4BF3-B0F2-9DB9B19024FF}" destId="{FB47A146-939F-4594-9D39-E81F615D60A6}" srcOrd="0" destOrd="0" parTransId="{06E56FF0-5397-4FCA-8EF0-69497DCC0F79}" sibTransId="{DACCB5A6-297C-4C1B-8F0B-7F5F04912FC6}"/>
    <dgm:cxn modelId="{0E0E1459-65F8-401F-BACB-07DC3ED887D7}" srcId="{1AAFC5AE-82A1-48E8-871E-B56BB590187D}" destId="{FFF43020-6855-4BBF-94A7-D43D9DFB5E02}" srcOrd="0" destOrd="0" parTransId="{8BCEB6AE-8C93-4D50-BF77-35B82E4B2814}" sibTransId="{76F4C18A-62FF-4DE9-A8E6-3C9FDDE57F0A}"/>
    <dgm:cxn modelId="{22657090-1E0A-4EC3-A191-D8968F761E57}" srcId="{6347B3F0-B144-4621-AB8D-08181A38AFBA}" destId="{569C2981-8CE6-4D59-964D-68C815530F17}" srcOrd="1" destOrd="0" parTransId="{CCE48703-BE81-41E2-BFF5-FA99884C4F35}" sibTransId="{3935CC42-66F8-4FF2-A0FA-960D3D969354}"/>
    <dgm:cxn modelId="{94C04693-A619-4892-B2B8-52E06DC4AE23}" type="presOf" srcId="{C33BB241-415B-4879-8D40-741A2ED3DD12}" destId="{3E271834-D658-4037-B3DB-F19F17D27C7F}" srcOrd="0" destOrd="0" presId="urn:microsoft.com/office/officeart/2016/7/layout/VerticalSolidActionList"/>
    <dgm:cxn modelId="{7D5AD79B-C5FB-429D-8122-2609916D34EF}" srcId="{6347B3F0-B144-4621-AB8D-08181A38AFBA}" destId="{1AAFC5AE-82A1-48E8-871E-B56BB590187D}" srcOrd="3" destOrd="0" parTransId="{F3E3EE17-FB2F-4F3F-ACD7-8B83A9E62D04}" sibTransId="{DB3A2A1E-DF4F-4224-8649-643D5A115A4E}"/>
    <dgm:cxn modelId="{E83746B1-94E0-4468-B11F-7E8D4BC8D220}" srcId="{B417B3D4-3538-4F42-AA57-4579EF837634}" destId="{2D43F9F1-77D6-458E-AFC5-10E0D311B9C6}" srcOrd="0" destOrd="0" parTransId="{9153C9F1-1A40-4864-A3D8-7DEB74D38A40}" sibTransId="{1C0FE18A-1930-4CF4-B659-1FC97CECF480}"/>
    <dgm:cxn modelId="{84F663B8-E04E-491F-A143-E2823934B4A0}" srcId="{A3C20C55-8B2C-4459-8E89-A90A10FB2618}" destId="{C33BB241-415B-4879-8D40-741A2ED3DD12}" srcOrd="0" destOrd="0" parTransId="{41F2388F-EB24-4F86-A61B-D5F58E43749B}" sibTransId="{C007FCE9-9621-4713-9A07-DF5550572576}"/>
    <dgm:cxn modelId="{543494C9-569B-475B-A52C-7D2E6AC98846}" srcId="{6347B3F0-B144-4621-AB8D-08181A38AFBA}" destId="{B417B3D4-3538-4F42-AA57-4579EF837634}" srcOrd="2" destOrd="0" parTransId="{7A535B22-119E-4FDD-B221-B5E85CEC9A9D}" sibTransId="{9B641A1A-8370-4B62-A656-630C393C7FD7}"/>
    <dgm:cxn modelId="{3BB704D7-072E-4137-AAE1-A8BF479692B3}" type="presOf" srcId="{6347B3F0-B144-4621-AB8D-08181A38AFBA}" destId="{FDE5550B-6897-46DB-8983-D40A84AF1727}" srcOrd="0" destOrd="0" presId="urn:microsoft.com/office/officeart/2016/7/layout/VerticalSolidActionList"/>
    <dgm:cxn modelId="{2978F4D9-49EA-4ED5-89B6-DCE9AD1E63A9}" type="presOf" srcId="{B417B3D4-3538-4F42-AA57-4579EF837634}" destId="{A4B2CF51-A699-4B7E-B2F3-6994CEA77425}" srcOrd="0" destOrd="0" presId="urn:microsoft.com/office/officeart/2016/7/layout/VerticalSolidActionList"/>
    <dgm:cxn modelId="{34F464E3-E0F1-45DC-B6FB-3F611E1A4741}" type="presOf" srcId="{5F660710-50DA-4BF3-B0F2-9DB9B19024FF}" destId="{5493B38D-1308-4A47-ACFB-D36C6BAB8C0D}" srcOrd="0" destOrd="0" presId="urn:microsoft.com/office/officeart/2016/7/layout/VerticalSolidActionList"/>
    <dgm:cxn modelId="{5886E2F4-8E05-4FCE-B0BE-22FCE6646609}" type="presOf" srcId="{68BF88A1-93EE-4D93-A7AC-B6348E1C6844}" destId="{19D29C38-A8A8-4514-9297-7A3B55022363}" srcOrd="0" destOrd="0" presId="urn:microsoft.com/office/officeart/2016/7/layout/VerticalSolidActionList"/>
    <dgm:cxn modelId="{1784CD29-35EF-4589-A71F-A7AA8ACA0D2E}" type="presParOf" srcId="{FDE5550B-6897-46DB-8983-D40A84AF1727}" destId="{F6E320CE-D3E7-4FAF-9434-0AE62740B126}" srcOrd="0" destOrd="0" presId="urn:microsoft.com/office/officeart/2016/7/layout/VerticalSolidActionList"/>
    <dgm:cxn modelId="{8054D8AD-366C-4485-AC3B-900083322AB4}" type="presParOf" srcId="{F6E320CE-D3E7-4FAF-9434-0AE62740B126}" destId="{5493B38D-1308-4A47-ACFB-D36C6BAB8C0D}" srcOrd="0" destOrd="0" presId="urn:microsoft.com/office/officeart/2016/7/layout/VerticalSolidActionList"/>
    <dgm:cxn modelId="{8B48912B-CC12-479A-9627-FFC31C7BB557}" type="presParOf" srcId="{F6E320CE-D3E7-4FAF-9434-0AE62740B126}" destId="{4E3354BA-3FC4-480A-8A72-8D3B2180BFF9}" srcOrd="1" destOrd="0" presId="urn:microsoft.com/office/officeart/2016/7/layout/VerticalSolidActionList"/>
    <dgm:cxn modelId="{1F85598E-8559-4CA0-BAAE-F768B3B56FB3}" type="presParOf" srcId="{FDE5550B-6897-46DB-8983-D40A84AF1727}" destId="{EFA0D3E9-1333-44C2-B15A-8315AF45401E}" srcOrd="1" destOrd="0" presId="urn:microsoft.com/office/officeart/2016/7/layout/VerticalSolidActionList"/>
    <dgm:cxn modelId="{48719FD3-A99C-4127-9056-ECB9D5132F9F}" type="presParOf" srcId="{FDE5550B-6897-46DB-8983-D40A84AF1727}" destId="{54CA3CA4-6589-4173-A56E-6E73AD5176BA}" srcOrd="2" destOrd="0" presId="urn:microsoft.com/office/officeart/2016/7/layout/VerticalSolidActionList"/>
    <dgm:cxn modelId="{B7E35A8D-5D28-476F-B466-4E219164902C}" type="presParOf" srcId="{54CA3CA4-6589-4173-A56E-6E73AD5176BA}" destId="{F8EA805E-54E4-44EA-A4F7-374B824CEC10}" srcOrd="0" destOrd="0" presId="urn:microsoft.com/office/officeart/2016/7/layout/VerticalSolidActionList"/>
    <dgm:cxn modelId="{CDDACEDE-5CF0-4682-9E62-D50F1A41B7D6}" type="presParOf" srcId="{54CA3CA4-6589-4173-A56E-6E73AD5176BA}" destId="{19D29C38-A8A8-4514-9297-7A3B55022363}" srcOrd="1" destOrd="0" presId="urn:microsoft.com/office/officeart/2016/7/layout/VerticalSolidActionList"/>
    <dgm:cxn modelId="{C2E3956B-BB31-48FE-A05A-DA414D0C5901}" type="presParOf" srcId="{FDE5550B-6897-46DB-8983-D40A84AF1727}" destId="{09DE7EF5-FDCE-4EE0-9142-DE1BFDE5AFF1}" srcOrd="3" destOrd="0" presId="urn:microsoft.com/office/officeart/2016/7/layout/VerticalSolidActionList"/>
    <dgm:cxn modelId="{42523D26-5D49-4936-BA30-F3CC96403359}" type="presParOf" srcId="{FDE5550B-6897-46DB-8983-D40A84AF1727}" destId="{D162D7CA-B946-439A-B222-B74585D48D65}" srcOrd="4" destOrd="0" presId="urn:microsoft.com/office/officeart/2016/7/layout/VerticalSolidActionList"/>
    <dgm:cxn modelId="{138DD30F-DDEE-4747-87BF-BFA75F5601ED}" type="presParOf" srcId="{D162D7CA-B946-439A-B222-B74585D48D65}" destId="{A4B2CF51-A699-4B7E-B2F3-6994CEA77425}" srcOrd="0" destOrd="0" presId="urn:microsoft.com/office/officeart/2016/7/layout/VerticalSolidActionList"/>
    <dgm:cxn modelId="{4E0067FB-0DED-43F8-93F0-DC7ACCEB5D87}" type="presParOf" srcId="{D162D7CA-B946-439A-B222-B74585D48D65}" destId="{531F9A82-86B6-4559-B140-9A22ED5B772F}" srcOrd="1" destOrd="0" presId="urn:microsoft.com/office/officeart/2016/7/layout/VerticalSolidActionList"/>
    <dgm:cxn modelId="{FD8344F8-D2FE-42BD-8C77-9792D0A7A18A}" type="presParOf" srcId="{FDE5550B-6897-46DB-8983-D40A84AF1727}" destId="{4EDEA1F8-D157-4E35-BBC0-1560D579198D}" srcOrd="5" destOrd="0" presId="urn:microsoft.com/office/officeart/2016/7/layout/VerticalSolidActionList"/>
    <dgm:cxn modelId="{3CB2F4AA-0DFC-425C-AE5C-B4B5BBDB1B25}" type="presParOf" srcId="{FDE5550B-6897-46DB-8983-D40A84AF1727}" destId="{2EB1516E-0D63-4807-9184-3BCFF38E5BC3}" srcOrd="6" destOrd="0" presId="urn:microsoft.com/office/officeart/2016/7/layout/VerticalSolidActionList"/>
    <dgm:cxn modelId="{C370772F-7844-461F-8005-47C12DEDF464}" type="presParOf" srcId="{2EB1516E-0D63-4807-9184-3BCFF38E5BC3}" destId="{0C8B71D6-2ADE-43CD-B4CB-342E8B54E7E3}" srcOrd="0" destOrd="0" presId="urn:microsoft.com/office/officeart/2016/7/layout/VerticalSolidActionList"/>
    <dgm:cxn modelId="{730828DF-CC05-46DC-9E38-1568F3092A13}" type="presParOf" srcId="{2EB1516E-0D63-4807-9184-3BCFF38E5BC3}" destId="{0C001FE7-AC6F-40EE-8625-C619AD529CBD}" srcOrd="1" destOrd="0" presId="urn:microsoft.com/office/officeart/2016/7/layout/VerticalSolidActionList"/>
    <dgm:cxn modelId="{05E1848E-A3D0-4724-89FD-49FF65C0D61B}" type="presParOf" srcId="{FDE5550B-6897-46DB-8983-D40A84AF1727}" destId="{79522BC2-2CDD-4ECC-86D2-08DD178FC044}" srcOrd="7" destOrd="0" presId="urn:microsoft.com/office/officeart/2016/7/layout/VerticalSolidActionList"/>
    <dgm:cxn modelId="{CC3D0368-7F37-4C49-9F3E-F45313C3E02C}" type="presParOf" srcId="{FDE5550B-6897-46DB-8983-D40A84AF1727}" destId="{5A5BC110-DDC2-46A2-81D6-D4FCDF56075E}" srcOrd="8" destOrd="0" presId="urn:microsoft.com/office/officeart/2016/7/layout/VerticalSolidActionList"/>
    <dgm:cxn modelId="{5FD83C5E-04BD-4790-BEA9-779EF12A8C43}" type="presParOf" srcId="{5A5BC110-DDC2-46A2-81D6-D4FCDF56075E}" destId="{F3DFB920-F28C-4DA1-B368-2162540D0A9F}" srcOrd="0" destOrd="0" presId="urn:microsoft.com/office/officeart/2016/7/layout/VerticalSolidActionList"/>
    <dgm:cxn modelId="{F7F59060-16EC-4DC8-9FE9-B83F4E443086}" type="presParOf" srcId="{5A5BC110-DDC2-46A2-81D6-D4FCDF56075E}" destId="{3E271834-D658-4037-B3DB-F19F17D27C7F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ED9CE99-EA7A-4AE1-82C0-87296304828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7B0641E-12BA-4741-A2DA-4790DDD7722B}">
      <dgm:prSet/>
      <dgm:spPr/>
      <dgm:t>
        <a:bodyPr/>
        <a:lstStyle/>
        <a:p>
          <a:r>
            <a:rPr lang="en-US" b="0" i="0"/>
            <a:t>Create pipeline: give it a name (e.g. myapp-ecs-pipeline)</a:t>
          </a:r>
          <a:endParaRPr lang="en-US"/>
        </a:p>
      </dgm:t>
    </dgm:pt>
    <dgm:pt modelId="{3482B005-11C4-4BBA-A04A-65FAB5DECC1B}" type="parTrans" cxnId="{3B4CEB0C-E7BA-462B-8901-6815DBD8396B}">
      <dgm:prSet/>
      <dgm:spPr/>
      <dgm:t>
        <a:bodyPr/>
        <a:lstStyle/>
        <a:p>
          <a:endParaRPr lang="en-US"/>
        </a:p>
      </dgm:t>
    </dgm:pt>
    <dgm:pt modelId="{82082C93-9F3F-43F0-9098-82A5D28580F3}" type="sibTrans" cxnId="{3B4CEB0C-E7BA-462B-8901-6815DBD8396B}">
      <dgm:prSet/>
      <dgm:spPr/>
      <dgm:t>
        <a:bodyPr/>
        <a:lstStyle/>
        <a:p>
          <a:endParaRPr lang="en-US"/>
        </a:p>
      </dgm:t>
    </dgm:pt>
    <dgm:pt modelId="{FD310387-E89C-42FF-BC6A-360C48390738}">
      <dgm:prSet/>
      <dgm:spPr/>
      <dgm:t>
        <a:bodyPr/>
        <a:lstStyle/>
        <a:p>
          <a:r>
            <a:rPr lang="en-US" b="0" i="0"/>
            <a:t>Source stage: CodeCommit/GitHub; trigger on repository changes</a:t>
          </a:r>
          <a:endParaRPr lang="en-US"/>
        </a:p>
      </dgm:t>
    </dgm:pt>
    <dgm:pt modelId="{25F10B4F-E934-4CDB-BAA3-92F5722373F2}" type="parTrans" cxnId="{F0AA75D2-F5E6-4F48-9AA2-0DB1E9A95E82}">
      <dgm:prSet/>
      <dgm:spPr/>
      <dgm:t>
        <a:bodyPr/>
        <a:lstStyle/>
        <a:p>
          <a:endParaRPr lang="en-US"/>
        </a:p>
      </dgm:t>
    </dgm:pt>
    <dgm:pt modelId="{3359F9D3-4CD1-4F45-9260-5A9D9E1AD4C2}" type="sibTrans" cxnId="{F0AA75D2-F5E6-4F48-9AA2-0DB1E9A95E82}">
      <dgm:prSet/>
      <dgm:spPr/>
      <dgm:t>
        <a:bodyPr/>
        <a:lstStyle/>
        <a:p>
          <a:endParaRPr lang="en-US"/>
        </a:p>
      </dgm:t>
    </dgm:pt>
    <dgm:pt modelId="{94E13B1F-DC96-4896-8B16-E3AFA626B43D}">
      <dgm:prSet/>
      <dgm:spPr/>
      <dgm:t>
        <a:bodyPr/>
        <a:lstStyle/>
        <a:p>
          <a:r>
            <a:rPr lang="en-US" b="0" i="0"/>
            <a:t>Build stage: connect to CodeBuild project that builds and pushes Docker image</a:t>
          </a:r>
          <a:endParaRPr lang="en-US"/>
        </a:p>
      </dgm:t>
    </dgm:pt>
    <dgm:pt modelId="{5C885A2F-F0C7-4D2E-A0AF-95FC54C1C7DF}" type="parTrans" cxnId="{C32B8DD3-E1E1-4204-A7C9-A5DDE9F50F3E}">
      <dgm:prSet/>
      <dgm:spPr/>
      <dgm:t>
        <a:bodyPr/>
        <a:lstStyle/>
        <a:p>
          <a:endParaRPr lang="en-US"/>
        </a:p>
      </dgm:t>
    </dgm:pt>
    <dgm:pt modelId="{0D841D81-54A9-44EB-9AF9-5050A6C3363A}" type="sibTrans" cxnId="{C32B8DD3-E1E1-4204-A7C9-A5DDE9F50F3E}">
      <dgm:prSet/>
      <dgm:spPr/>
      <dgm:t>
        <a:bodyPr/>
        <a:lstStyle/>
        <a:p>
          <a:endParaRPr lang="en-US"/>
        </a:p>
      </dgm:t>
    </dgm:pt>
    <dgm:pt modelId="{1C088BCA-B6A2-4161-AAC3-E711964D1E96}">
      <dgm:prSet/>
      <dgm:spPr/>
      <dgm:t>
        <a:bodyPr/>
        <a:lstStyle/>
        <a:p>
          <a:r>
            <a:rPr lang="en-US" b="0" i="0"/>
            <a:t>Deploy stage: use Amazon ECS action</a:t>
          </a:r>
          <a:endParaRPr lang="en-US"/>
        </a:p>
      </dgm:t>
    </dgm:pt>
    <dgm:pt modelId="{DA38A903-45E9-491E-B4C1-240FB0ED48EE}" type="parTrans" cxnId="{0FDAFB2A-967F-46B7-91AA-1AF723711E97}">
      <dgm:prSet/>
      <dgm:spPr/>
      <dgm:t>
        <a:bodyPr/>
        <a:lstStyle/>
        <a:p>
          <a:endParaRPr lang="en-US"/>
        </a:p>
      </dgm:t>
    </dgm:pt>
    <dgm:pt modelId="{E3DE628C-7D3C-4AB2-B352-6CEF6120758E}" type="sibTrans" cxnId="{0FDAFB2A-967F-46B7-91AA-1AF723711E97}">
      <dgm:prSet/>
      <dgm:spPr/>
      <dgm:t>
        <a:bodyPr/>
        <a:lstStyle/>
        <a:p>
          <a:endParaRPr lang="en-US"/>
        </a:p>
      </dgm:t>
    </dgm:pt>
    <dgm:pt modelId="{C76A09F7-4492-4ACC-953E-60992120F384}">
      <dgm:prSet/>
      <dgm:spPr/>
      <dgm:t>
        <a:bodyPr/>
        <a:lstStyle/>
        <a:p>
          <a:r>
            <a:rPr lang="en-US" b="0" i="0"/>
            <a:t>Configure ECS action: cluster name, service name, and imagedefinitions.json file</a:t>
          </a:r>
          <a:endParaRPr lang="en-US"/>
        </a:p>
      </dgm:t>
    </dgm:pt>
    <dgm:pt modelId="{2BE2292C-61A5-4DAC-AC0D-2218748959FD}" type="parTrans" cxnId="{29286488-428E-414A-8EB5-56C13BEFB719}">
      <dgm:prSet/>
      <dgm:spPr/>
      <dgm:t>
        <a:bodyPr/>
        <a:lstStyle/>
        <a:p>
          <a:endParaRPr lang="en-US"/>
        </a:p>
      </dgm:t>
    </dgm:pt>
    <dgm:pt modelId="{9493196A-00F4-4B76-8C7C-38C261607D64}" type="sibTrans" cxnId="{29286488-428E-414A-8EB5-56C13BEFB719}">
      <dgm:prSet/>
      <dgm:spPr/>
      <dgm:t>
        <a:bodyPr/>
        <a:lstStyle/>
        <a:p>
          <a:endParaRPr lang="en-US"/>
        </a:p>
      </dgm:t>
    </dgm:pt>
    <dgm:pt modelId="{E98CF7F7-0C36-4885-BD89-7C2722B5E16B}" type="pres">
      <dgm:prSet presAssocID="{2ED9CE99-EA7A-4AE1-82C0-872963048289}" presName="root" presStyleCnt="0">
        <dgm:presLayoutVars>
          <dgm:dir/>
          <dgm:resizeHandles val="exact"/>
        </dgm:presLayoutVars>
      </dgm:prSet>
      <dgm:spPr/>
    </dgm:pt>
    <dgm:pt modelId="{281B8235-8B7D-467D-AF82-E713EF33F2AB}" type="pres">
      <dgm:prSet presAssocID="{97B0641E-12BA-4741-A2DA-4790DDD7722B}" presName="compNode" presStyleCnt="0"/>
      <dgm:spPr/>
    </dgm:pt>
    <dgm:pt modelId="{911AFC50-C616-4408-A318-1AC4B7DB9E45}" type="pres">
      <dgm:prSet presAssocID="{97B0641E-12BA-4741-A2DA-4790DDD7722B}" presName="bgRect" presStyleLbl="bgShp" presStyleIdx="0" presStyleCnt="5"/>
      <dgm:spPr/>
    </dgm:pt>
    <dgm:pt modelId="{4593863A-22B9-4A31-8AB6-E0098B289A0D}" type="pres">
      <dgm:prSet presAssocID="{97B0641E-12BA-4741-A2DA-4790DDD7722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0D79FCAA-3867-4D91-AE53-9CD934D75A45}" type="pres">
      <dgm:prSet presAssocID="{97B0641E-12BA-4741-A2DA-4790DDD7722B}" presName="spaceRect" presStyleCnt="0"/>
      <dgm:spPr/>
    </dgm:pt>
    <dgm:pt modelId="{B61F4C63-51BD-4A99-BA4A-29A438DC9798}" type="pres">
      <dgm:prSet presAssocID="{97B0641E-12BA-4741-A2DA-4790DDD7722B}" presName="parTx" presStyleLbl="revTx" presStyleIdx="0" presStyleCnt="5">
        <dgm:presLayoutVars>
          <dgm:chMax val="0"/>
          <dgm:chPref val="0"/>
        </dgm:presLayoutVars>
      </dgm:prSet>
      <dgm:spPr/>
    </dgm:pt>
    <dgm:pt modelId="{FB36040B-5AB2-4848-B1E1-3E6197B1D905}" type="pres">
      <dgm:prSet presAssocID="{82082C93-9F3F-43F0-9098-82A5D28580F3}" presName="sibTrans" presStyleCnt="0"/>
      <dgm:spPr/>
    </dgm:pt>
    <dgm:pt modelId="{F774111E-8D98-4C74-9A26-B3800E9A578F}" type="pres">
      <dgm:prSet presAssocID="{FD310387-E89C-42FF-BC6A-360C48390738}" presName="compNode" presStyleCnt="0"/>
      <dgm:spPr/>
    </dgm:pt>
    <dgm:pt modelId="{31DD619E-ED4E-4A26-A105-8FAD52C15232}" type="pres">
      <dgm:prSet presAssocID="{FD310387-E89C-42FF-BC6A-360C48390738}" presName="bgRect" presStyleLbl="bgShp" presStyleIdx="1" presStyleCnt="5"/>
      <dgm:spPr/>
    </dgm:pt>
    <dgm:pt modelId="{4A718083-7326-429F-B995-3B0736511BB2}" type="pres">
      <dgm:prSet presAssocID="{FD310387-E89C-42FF-BC6A-360C4839073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09CD1107-8180-4039-9062-945F7EAEE2AA}" type="pres">
      <dgm:prSet presAssocID="{FD310387-E89C-42FF-BC6A-360C48390738}" presName="spaceRect" presStyleCnt="0"/>
      <dgm:spPr/>
    </dgm:pt>
    <dgm:pt modelId="{05205AFA-7FC6-4BE7-932C-1678FA935DBF}" type="pres">
      <dgm:prSet presAssocID="{FD310387-E89C-42FF-BC6A-360C48390738}" presName="parTx" presStyleLbl="revTx" presStyleIdx="1" presStyleCnt="5">
        <dgm:presLayoutVars>
          <dgm:chMax val="0"/>
          <dgm:chPref val="0"/>
        </dgm:presLayoutVars>
      </dgm:prSet>
      <dgm:spPr/>
    </dgm:pt>
    <dgm:pt modelId="{DF3B3DFA-394D-47B6-8E13-5E124B2787B7}" type="pres">
      <dgm:prSet presAssocID="{3359F9D3-4CD1-4F45-9260-5A9D9E1AD4C2}" presName="sibTrans" presStyleCnt="0"/>
      <dgm:spPr/>
    </dgm:pt>
    <dgm:pt modelId="{F18D2CCA-59F9-473D-941A-8A022F028881}" type="pres">
      <dgm:prSet presAssocID="{94E13B1F-DC96-4896-8B16-E3AFA626B43D}" presName="compNode" presStyleCnt="0"/>
      <dgm:spPr/>
    </dgm:pt>
    <dgm:pt modelId="{88D9CB69-5318-44A2-9C41-561818B38657}" type="pres">
      <dgm:prSet presAssocID="{94E13B1F-DC96-4896-8B16-E3AFA626B43D}" presName="bgRect" presStyleLbl="bgShp" presStyleIdx="2" presStyleCnt="5"/>
      <dgm:spPr/>
    </dgm:pt>
    <dgm:pt modelId="{406A0CF0-2C09-4622-8FA9-438445F404F1}" type="pres">
      <dgm:prSet presAssocID="{94E13B1F-DC96-4896-8B16-E3AFA626B43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E086D968-1D8A-46A6-8FEE-F84A679B4796}" type="pres">
      <dgm:prSet presAssocID="{94E13B1F-DC96-4896-8B16-E3AFA626B43D}" presName="spaceRect" presStyleCnt="0"/>
      <dgm:spPr/>
    </dgm:pt>
    <dgm:pt modelId="{410361AC-7E56-4EC9-A8B0-0F7CE8F8BC10}" type="pres">
      <dgm:prSet presAssocID="{94E13B1F-DC96-4896-8B16-E3AFA626B43D}" presName="parTx" presStyleLbl="revTx" presStyleIdx="2" presStyleCnt="5">
        <dgm:presLayoutVars>
          <dgm:chMax val="0"/>
          <dgm:chPref val="0"/>
        </dgm:presLayoutVars>
      </dgm:prSet>
      <dgm:spPr/>
    </dgm:pt>
    <dgm:pt modelId="{C88581D5-F1A6-47FB-AF46-D815284C04D3}" type="pres">
      <dgm:prSet presAssocID="{0D841D81-54A9-44EB-9AF9-5050A6C3363A}" presName="sibTrans" presStyleCnt="0"/>
      <dgm:spPr/>
    </dgm:pt>
    <dgm:pt modelId="{F9AD5B17-2C87-4DE2-9965-E233C3CF6EAA}" type="pres">
      <dgm:prSet presAssocID="{1C088BCA-B6A2-4161-AAC3-E711964D1E96}" presName="compNode" presStyleCnt="0"/>
      <dgm:spPr/>
    </dgm:pt>
    <dgm:pt modelId="{86E7D017-4E37-48A7-AF6C-BC64F9C185AE}" type="pres">
      <dgm:prSet presAssocID="{1C088BCA-B6A2-4161-AAC3-E711964D1E96}" presName="bgRect" presStyleLbl="bgShp" presStyleIdx="3" presStyleCnt="5"/>
      <dgm:spPr/>
    </dgm:pt>
    <dgm:pt modelId="{97906D55-AE7A-4133-AFD2-F90819B5D61E}" type="pres">
      <dgm:prSet presAssocID="{1C088BCA-B6A2-4161-AAC3-E711964D1E9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54B395D-0F37-40BF-B1E4-30AFF6625F7D}" type="pres">
      <dgm:prSet presAssocID="{1C088BCA-B6A2-4161-AAC3-E711964D1E96}" presName="spaceRect" presStyleCnt="0"/>
      <dgm:spPr/>
    </dgm:pt>
    <dgm:pt modelId="{1FC751A5-79AF-452A-8199-9B78BC907B74}" type="pres">
      <dgm:prSet presAssocID="{1C088BCA-B6A2-4161-AAC3-E711964D1E96}" presName="parTx" presStyleLbl="revTx" presStyleIdx="3" presStyleCnt="5">
        <dgm:presLayoutVars>
          <dgm:chMax val="0"/>
          <dgm:chPref val="0"/>
        </dgm:presLayoutVars>
      </dgm:prSet>
      <dgm:spPr/>
    </dgm:pt>
    <dgm:pt modelId="{ED1A1F34-A9AD-481F-A45B-29CB23AE9A7E}" type="pres">
      <dgm:prSet presAssocID="{E3DE628C-7D3C-4AB2-B352-6CEF6120758E}" presName="sibTrans" presStyleCnt="0"/>
      <dgm:spPr/>
    </dgm:pt>
    <dgm:pt modelId="{A4B30D99-EE95-43F1-935D-2A1737847F4F}" type="pres">
      <dgm:prSet presAssocID="{C76A09F7-4492-4ACC-953E-60992120F384}" presName="compNode" presStyleCnt="0"/>
      <dgm:spPr/>
    </dgm:pt>
    <dgm:pt modelId="{4D395F0B-97C1-4525-A800-257A61EA7860}" type="pres">
      <dgm:prSet presAssocID="{C76A09F7-4492-4ACC-953E-60992120F384}" presName="bgRect" presStyleLbl="bgShp" presStyleIdx="4" presStyleCnt="5"/>
      <dgm:spPr/>
    </dgm:pt>
    <dgm:pt modelId="{D52CFF2A-1C68-4377-A56E-B942E42DD486}" type="pres">
      <dgm:prSet presAssocID="{C76A09F7-4492-4ACC-953E-60992120F38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BDF16B4-5D60-4482-962B-F390CC8A653F}" type="pres">
      <dgm:prSet presAssocID="{C76A09F7-4492-4ACC-953E-60992120F384}" presName="spaceRect" presStyleCnt="0"/>
      <dgm:spPr/>
    </dgm:pt>
    <dgm:pt modelId="{177BA0DD-FA99-445A-890F-3BD26BF0435E}" type="pres">
      <dgm:prSet presAssocID="{C76A09F7-4492-4ACC-953E-60992120F38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B4CEB0C-E7BA-462B-8901-6815DBD8396B}" srcId="{2ED9CE99-EA7A-4AE1-82C0-872963048289}" destId="{97B0641E-12BA-4741-A2DA-4790DDD7722B}" srcOrd="0" destOrd="0" parTransId="{3482B005-11C4-4BBA-A04A-65FAB5DECC1B}" sibTransId="{82082C93-9F3F-43F0-9098-82A5D28580F3}"/>
    <dgm:cxn modelId="{0FDAFB2A-967F-46B7-91AA-1AF723711E97}" srcId="{2ED9CE99-EA7A-4AE1-82C0-872963048289}" destId="{1C088BCA-B6A2-4161-AAC3-E711964D1E96}" srcOrd="3" destOrd="0" parTransId="{DA38A903-45E9-491E-B4C1-240FB0ED48EE}" sibTransId="{E3DE628C-7D3C-4AB2-B352-6CEF6120758E}"/>
    <dgm:cxn modelId="{3C2CB12D-E740-467A-8F8E-7B7B27E31502}" type="presOf" srcId="{FD310387-E89C-42FF-BC6A-360C48390738}" destId="{05205AFA-7FC6-4BE7-932C-1678FA935DBF}" srcOrd="0" destOrd="0" presId="urn:microsoft.com/office/officeart/2018/2/layout/IconVerticalSolidList"/>
    <dgm:cxn modelId="{049F2331-9652-48AD-BDEA-95EFEE7F7415}" type="presOf" srcId="{2ED9CE99-EA7A-4AE1-82C0-872963048289}" destId="{E98CF7F7-0C36-4885-BD89-7C2722B5E16B}" srcOrd="0" destOrd="0" presId="urn:microsoft.com/office/officeart/2018/2/layout/IconVerticalSolidList"/>
    <dgm:cxn modelId="{8069FE5A-3736-4ADE-A3EF-41D7D1588628}" type="presOf" srcId="{94E13B1F-DC96-4896-8B16-E3AFA626B43D}" destId="{410361AC-7E56-4EC9-A8B0-0F7CE8F8BC10}" srcOrd="0" destOrd="0" presId="urn:microsoft.com/office/officeart/2018/2/layout/IconVerticalSolidList"/>
    <dgm:cxn modelId="{29286488-428E-414A-8EB5-56C13BEFB719}" srcId="{2ED9CE99-EA7A-4AE1-82C0-872963048289}" destId="{C76A09F7-4492-4ACC-953E-60992120F384}" srcOrd="4" destOrd="0" parTransId="{2BE2292C-61A5-4DAC-AC0D-2218748959FD}" sibTransId="{9493196A-00F4-4B76-8C7C-38C261607D64}"/>
    <dgm:cxn modelId="{BF1BB190-B980-44CE-956D-009D2389AB3A}" type="presOf" srcId="{97B0641E-12BA-4741-A2DA-4790DDD7722B}" destId="{B61F4C63-51BD-4A99-BA4A-29A438DC9798}" srcOrd="0" destOrd="0" presId="urn:microsoft.com/office/officeart/2018/2/layout/IconVerticalSolidList"/>
    <dgm:cxn modelId="{390E61AE-BE0B-41E6-B971-73A60FE4C8BB}" type="presOf" srcId="{1C088BCA-B6A2-4161-AAC3-E711964D1E96}" destId="{1FC751A5-79AF-452A-8199-9B78BC907B74}" srcOrd="0" destOrd="0" presId="urn:microsoft.com/office/officeart/2018/2/layout/IconVerticalSolidList"/>
    <dgm:cxn modelId="{F0AA75D2-F5E6-4F48-9AA2-0DB1E9A95E82}" srcId="{2ED9CE99-EA7A-4AE1-82C0-872963048289}" destId="{FD310387-E89C-42FF-BC6A-360C48390738}" srcOrd="1" destOrd="0" parTransId="{25F10B4F-E934-4CDB-BAA3-92F5722373F2}" sibTransId="{3359F9D3-4CD1-4F45-9260-5A9D9E1AD4C2}"/>
    <dgm:cxn modelId="{C32B8DD3-E1E1-4204-A7C9-A5DDE9F50F3E}" srcId="{2ED9CE99-EA7A-4AE1-82C0-872963048289}" destId="{94E13B1F-DC96-4896-8B16-E3AFA626B43D}" srcOrd="2" destOrd="0" parTransId="{5C885A2F-F0C7-4D2E-A0AF-95FC54C1C7DF}" sibTransId="{0D841D81-54A9-44EB-9AF9-5050A6C3363A}"/>
    <dgm:cxn modelId="{51CEFEE4-9123-42F3-A1EE-BEF9B5090BC8}" type="presOf" srcId="{C76A09F7-4492-4ACC-953E-60992120F384}" destId="{177BA0DD-FA99-445A-890F-3BD26BF0435E}" srcOrd="0" destOrd="0" presId="urn:microsoft.com/office/officeart/2018/2/layout/IconVerticalSolidList"/>
    <dgm:cxn modelId="{842B0F9D-6A45-40C1-8EDE-E909A4F41897}" type="presParOf" srcId="{E98CF7F7-0C36-4885-BD89-7C2722B5E16B}" destId="{281B8235-8B7D-467D-AF82-E713EF33F2AB}" srcOrd="0" destOrd="0" presId="urn:microsoft.com/office/officeart/2018/2/layout/IconVerticalSolidList"/>
    <dgm:cxn modelId="{3D90EC39-E8DE-4E4D-AD1D-9666A94563D1}" type="presParOf" srcId="{281B8235-8B7D-467D-AF82-E713EF33F2AB}" destId="{911AFC50-C616-4408-A318-1AC4B7DB9E45}" srcOrd="0" destOrd="0" presId="urn:microsoft.com/office/officeart/2018/2/layout/IconVerticalSolidList"/>
    <dgm:cxn modelId="{9FD29634-ACF3-47B3-9902-98BCB6A37571}" type="presParOf" srcId="{281B8235-8B7D-467D-AF82-E713EF33F2AB}" destId="{4593863A-22B9-4A31-8AB6-E0098B289A0D}" srcOrd="1" destOrd="0" presId="urn:microsoft.com/office/officeart/2018/2/layout/IconVerticalSolidList"/>
    <dgm:cxn modelId="{00718AB1-9B99-47B8-B7EB-6D961C799EF8}" type="presParOf" srcId="{281B8235-8B7D-467D-AF82-E713EF33F2AB}" destId="{0D79FCAA-3867-4D91-AE53-9CD934D75A45}" srcOrd="2" destOrd="0" presId="urn:microsoft.com/office/officeart/2018/2/layout/IconVerticalSolidList"/>
    <dgm:cxn modelId="{189B7E4E-8EBC-4B01-A749-7B7CA834E5D6}" type="presParOf" srcId="{281B8235-8B7D-467D-AF82-E713EF33F2AB}" destId="{B61F4C63-51BD-4A99-BA4A-29A438DC9798}" srcOrd="3" destOrd="0" presId="urn:microsoft.com/office/officeart/2018/2/layout/IconVerticalSolidList"/>
    <dgm:cxn modelId="{8EA933FD-2948-4C28-B27B-2B03058EF92C}" type="presParOf" srcId="{E98CF7F7-0C36-4885-BD89-7C2722B5E16B}" destId="{FB36040B-5AB2-4848-B1E1-3E6197B1D905}" srcOrd="1" destOrd="0" presId="urn:microsoft.com/office/officeart/2018/2/layout/IconVerticalSolidList"/>
    <dgm:cxn modelId="{0107A844-D69E-4094-A511-2257921A547C}" type="presParOf" srcId="{E98CF7F7-0C36-4885-BD89-7C2722B5E16B}" destId="{F774111E-8D98-4C74-9A26-B3800E9A578F}" srcOrd="2" destOrd="0" presId="urn:microsoft.com/office/officeart/2018/2/layout/IconVerticalSolidList"/>
    <dgm:cxn modelId="{1BB2BF26-6C35-4FFE-B572-6C0FD0FCBC30}" type="presParOf" srcId="{F774111E-8D98-4C74-9A26-B3800E9A578F}" destId="{31DD619E-ED4E-4A26-A105-8FAD52C15232}" srcOrd="0" destOrd="0" presId="urn:microsoft.com/office/officeart/2018/2/layout/IconVerticalSolidList"/>
    <dgm:cxn modelId="{E44E8B6C-5AEB-43F6-9DE1-00396456B92D}" type="presParOf" srcId="{F774111E-8D98-4C74-9A26-B3800E9A578F}" destId="{4A718083-7326-429F-B995-3B0736511BB2}" srcOrd="1" destOrd="0" presId="urn:microsoft.com/office/officeart/2018/2/layout/IconVerticalSolidList"/>
    <dgm:cxn modelId="{398B7E36-CE51-42A3-B7DD-CA64531630F1}" type="presParOf" srcId="{F774111E-8D98-4C74-9A26-B3800E9A578F}" destId="{09CD1107-8180-4039-9062-945F7EAEE2AA}" srcOrd="2" destOrd="0" presId="urn:microsoft.com/office/officeart/2018/2/layout/IconVerticalSolidList"/>
    <dgm:cxn modelId="{951472E6-0561-46E7-9A82-B868EAC648F9}" type="presParOf" srcId="{F774111E-8D98-4C74-9A26-B3800E9A578F}" destId="{05205AFA-7FC6-4BE7-932C-1678FA935DBF}" srcOrd="3" destOrd="0" presId="urn:microsoft.com/office/officeart/2018/2/layout/IconVerticalSolidList"/>
    <dgm:cxn modelId="{40AF70E6-6C86-448D-A59F-0E09CD6FFC2E}" type="presParOf" srcId="{E98CF7F7-0C36-4885-BD89-7C2722B5E16B}" destId="{DF3B3DFA-394D-47B6-8E13-5E124B2787B7}" srcOrd="3" destOrd="0" presId="urn:microsoft.com/office/officeart/2018/2/layout/IconVerticalSolidList"/>
    <dgm:cxn modelId="{411A9771-EFCC-40C8-B0F4-E90776E313ED}" type="presParOf" srcId="{E98CF7F7-0C36-4885-BD89-7C2722B5E16B}" destId="{F18D2CCA-59F9-473D-941A-8A022F028881}" srcOrd="4" destOrd="0" presId="urn:microsoft.com/office/officeart/2018/2/layout/IconVerticalSolidList"/>
    <dgm:cxn modelId="{880678E2-826B-4EF1-800A-FB25DBD4B723}" type="presParOf" srcId="{F18D2CCA-59F9-473D-941A-8A022F028881}" destId="{88D9CB69-5318-44A2-9C41-561818B38657}" srcOrd="0" destOrd="0" presId="urn:microsoft.com/office/officeart/2018/2/layout/IconVerticalSolidList"/>
    <dgm:cxn modelId="{8BD95A34-831F-43AD-BC49-DD373489DDC5}" type="presParOf" srcId="{F18D2CCA-59F9-473D-941A-8A022F028881}" destId="{406A0CF0-2C09-4622-8FA9-438445F404F1}" srcOrd="1" destOrd="0" presId="urn:microsoft.com/office/officeart/2018/2/layout/IconVerticalSolidList"/>
    <dgm:cxn modelId="{39F31613-4F08-431E-8C39-66998BD39BEA}" type="presParOf" srcId="{F18D2CCA-59F9-473D-941A-8A022F028881}" destId="{E086D968-1D8A-46A6-8FEE-F84A679B4796}" srcOrd="2" destOrd="0" presId="urn:microsoft.com/office/officeart/2018/2/layout/IconVerticalSolidList"/>
    <dgm:cxn modelId="{5E6D1B9B-E0FE-4DF8-A455-8A87C9B772AE}" type="presParOf" srcId="{F18D2CCA-59F9-473D-941A-8A022F028881}" destId="{410361AC-7E56-4EC9-A8B0-0F7CE8F8BC10}" srcOrd="3" destOrd="0" presId="urn:microsoft.com/office/officeart/2018/2/layout/IconVerticalSolidList"/>
    <dgm:cxn modelId="{2CE309E6-EA5F-4F4A-87B7-9D77AEE1F925}" type="presParOf" srcId="{E98CF7F7-0C36-4885-BD89-7C2722B5E16B}" destId="{C88581D5-F1A6-47FB-AF46-D815284C04D3}" srcOrd="5" destOrd="0" presId="urn:microsoft.com/office/officeart/2018/2/layout/IconVerticalSolidList"/>
    <dgm:cxn modelId="{80980657-1CFD-4624-B454-C73071DBC223}" type="presParOf" srcId="{E98CF7F7-0C36-4885-BD89-7C2722B5E16B}" destId="{F9AD5B17-2C87-4DE2-9965-E233C3CF6EAA}" srcOrd="6" destOrd="0" presId="urn:microsoft.com/office/officeart/2018/2/layout/IconVerticalSolidList"/>
    <dgm:cxn modelId="{3513DB8F-B35B-4A49-87B4-AC98715A27F2}" type="presParOf" srcId="{F9AD5B17-2C87-4DE2-9965-E233C3CF6EAA}" destId="{86E7D017-4E37-48A7-AF6C-BC64F9C185AE}" srcOrd="0" destOrd="0" presId="urn:microsoft.com/office/officeart/2018/2/layout/IconVerticalSolidList"/>
    <dgm:cxn modelId="{90F4FCA8-AD3D-43FF-AE0B-BA1A1421DF90}" type="presParOf" srcId="{F9AD5B17-2C87-4DE2-9965-E233C3CF6EAA}" destId="{97906D55-AE7A-4133-AFD2-F90819B5D61E}" srcOrd="1" destOrd="0" presId="urn:microsoft.com/office/officeart/2018/2/layout/IconVerticalSolidList"/>
    <dgm:cxn modelId="{3DE37C55-2C64-4C99-B9CE-FE2B6DEDF5BE}" type="presParOf" srcId="{F9AD5B17-2C87-4DE2-9965-E233C3CF6EAA}" destId="{554B395D-0F37-40BF-B1E4-30AFF6625F7D}" srcOrd="2" destOrd="0" presId="urn:microsoft.com/office/officeart/2018/2/layout/IconVerticalSolidList"/>
    <dgm:cxn modelId="{585146A2-1A2A-4FC9-908F-025483DA15CD}" type="presParOf" srcId="{F9AD5B17-2C87-4DE2-9965-E233C3CF6EAA}" destId="{1FC751A5-79AF-452A-8199-9B78BC907B74}" srcOrd="3" destOrd="0" presId="urn:microsoft.com/office/officeart/2018/2/layout/IconVerticalSolidList"/>
    <dgm:cxn modelId="{385C7CF3-5C17-4107-9A4C-8175C3EA4F4B}" type="presParOf" srcId="{E98CF7F7-0C36-4885-BD89-7C2722B5E16B}" destId="{ED1A1F34-A9AD-481F-A45B-29CB23AE9A7E}" srcOrd="7" destOrd="0" presId="urn:microsoft.com/office/officeart/2018/2/layout/IconVerticalSolidList"/>
    <dgm:cxn modelId="{CE8D855B-C913-4EA5-B822-253226F20611}" type="presParOf" srcId="{E98CF7F7-0C36-4885-BD89-7C2722B5E16B}" destId="{A4B30D99-EE95-43F1-935D-2A1737847F4F}" srcOrd="8" destOrd="0" presId="urn:microsoft.com/office/officeart/2018/2/layout/IconVerticalSolidList"/>
    <dgm:cxn modelId="{CA81BCCF-D7DB-4CB5-AB75-5443889961F3}" type="presParOf" srcId="{A4B30D99-EE95-43F1-935D-2A1737847F4F}" destId="{4D395F0B-97C1-4525-A800-257A61EA7860}" srcOrd="0" destOrd="0" presId="urn:microsoft.com/office/officeart/2018/2/layout/IconVerticalSolidList"/>
    <dgm:cxn modelId="{E6C3EC42-1676-4562-8998-8E90B286A397}" type="presParOf" srcId="{A4B30D99-EE95-43F1-935D-2A1737847F4F}" destId="{D52CFF2A-1C68-4377-A56E-B942E42DD486}" srcOrd="1" destOrd="0" presId="urn:microsoft.com/office/officeart/2018/2/layout/IconVerticalSolidList"/>
    <dgm:cxn modelId="{83BCEC43-82BF-45CE-AC76-3CF75A75B0F3}" type="presParOf" srcId="{A4B30D99-EE95-43F1-935D-2A1737847F4F}" destId="{1BDF16B4-5D60-4482-962B-F390CC8A653F}" srcOrd="2" destOrd="0" presId="urn:microsoft.com/office/officeart/2018/2/layout/IconVerticalSolidList"/>
    <dgm:cxn modelId="{6FB72096-7CAA-4C83-B06D-BDCDCE979ED8}" type="presParOf" srcId="{A4B30D99-EE95-43F1-935D-2A1737847F4F}" destId="{177BA0DD-FA99-445A-890F-3BD26BF043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0AE62C1-AF5B-4994-AC0E-7762EBC850A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8E433A1-6810-438E-9EDB-B54E14F428CC}">
      <dgm:prSet/>
      <dgm:spPr/>
      <dgm:t>
        <a:bodyPr/>
        <a:lstStyle/>
        <a:p>
          <a:r>
            <a:rPr lang="en-US" b="0" i="0"/>
            <a:t>Create CodeDeploy application and deployment group for ECS</a:t>
          </a:r>
          <a:endParaRPr lang="en-US"/>
        </a:p>
      </dgm:t>
    </dgm:pt>
    <dgm:pt modelId="{02C5CDB4-BD97-4705-860E-053A0CEA9390}" type="parTrans" cxnId="{01F04162-200C-494B-9C52-D11FF37427D0}">
      <dgm:prSet/>
      <dgm:spPr/>
      <dgm:t>
        <a:bodyPr/>
        <a:lstStyle/>
        <a:p>
          <a:endParaRPr lang="en-US"/>
        </a:p>
      </dgm:t>
    </dgm:pt>
    <dgm:pt modelId="{B36EC534-D08B-4261-801F-184407A628E3}" type="sibTrans" cxnId="{01F04162-200C-494B-9C52-D11FF37427D0}">
      <dgm:prSet/>
      <dgm:spPr/>
      <dgm:t>
        <a:bodyPr/>
        <a:lstStyle/>
        <a:p>
          <a:endParaRPr lang="en-US"/>
        </a:p>
      </dgm:t>
    </dgm:pt>
    <dgm:pt modelId="{09E62837-4686-4F50-995F-3560D10A8E84}">
      <dgm:prSet/>
      <dgm:spPr/>
      <dgm:t>
        <a:bodyPr/>
        <a:lstStyle/>
        <a:p>
          <a:r>
            <a:rPr lang="en-US" b="0" i="0"/>
            <a:t>Define appspec.yaml and taskdef.json in the repository or S3</a:t>
          </a:r>
          <a:endParaRPr lang="en-US"/>
        </a:p>
      </dgm:t>
    </dgm:pt>
    <dgm:pt modelId="{9A9D3260-67B0-4103-AE7B-D2FFFB36933E}" type="parTrans" cxnId="{C8CEB6D1-0FA5-4324-86A2-1B7F8EE4415E}">
      <dgm:prSet/>
      <dgm:spPr/>
      <dgm:t>
        <a:bodyPr/>
        <a:lstStyle/>
        <a:p>
          <a:endParaRPr lang="en-US"/>
        </a:p>
      </dgm:t>
    </dgm:pt>
    <dgm:pt modelId="{19EBA5BB-A399-490D-BD1C-161F691E9CAA}" type="sibTrans" cxnId="{C8CEB6D1-0FA5-4324-86A2-1B7F8EE4415E}">
      <dgm:prSet/>
      <dgm:spPr/>
      <dgm:t>
        <a:bodyPr/>
        <a:lstStyle/>
        <a:p>
          <a:endParaRPr lang="en-US"/>
        </a:p>
      </dgm:t>
    </dgm:pt>
    <dgm:pt modelId="{0199F957-5F3F-4B55-9080-FB259A30DA15}">
      <dgm:prSet/>
      <dgm:spPr/>
      <dgm:t>
        <a:bodyPr/>
        <a:lstStyle/>
        <a:p>
          <a:r>
            <a:rPr lang="en-US" b="0" i="0"/>
            <a:t>In CodePipeline, add a Deploy stage with CodeDeploy (ECS Blue/Green) provider</a:t>
          </a:r>
          <a:endParaRPr lang="en-US"/>
        </a:p>
      </dgm:t>
    </dgm:pt>
    <dgm:pt modelId="{ACAB75A4-E5EA-4785-A6C6-EE96C6E551F9}" type="parTrans" cxnId="{3E9F9550-1F52-4E64-BA4C-49D0624CC840}">
      <dgm:prSet/>
      <dgm:spPr/>
      <dgm:t>
        <a:bodyPr/>
        <a:lstStyle/>
        <a:p>
          <a:endParaRPr lang="en-US"/>
        </a:p>
      </dgm:t>
    </dgm:pt>
    <dgm:pt modelId="{B53CB4BC-B71A-4788-9D6D-B29DF265BFC1}" type="sibTrans" cxnId="{3E9F9550-1F52-4E64-BA4C-49D0624CC840}">
      <dgm:prSet/>
      <dgm:spPr/>
      <dgm:t>
        <a:bodyPr/>
        <a:lstStyle/>
        <a:p>
          <a:endParaRPr lang="en-US"/>
        </a:p>
      </dgm:t>
    </dgm:pt>
    <dgm:pt modelId="{93B08C46-FDA6-4F95-9F54-983FEED0721E}">
      <dgm:prSet/>
      <dgm:spPr/>
      <dgm:t>
        <a:bodyPr/>
        <a:lstStyle/>
        <a:p>
          <a:r>
            <a:rPr lang="en-US" b="0" i="0"/>
            <a:t>Configure target groups, ALB, and listeners for blue/green deployment</a:t>
          </a:r>
          <a:endParaRPr lang="en-US"/>
        </a:p>
      </dgm:t>
    </dgm:pt>
    <dgm:pt modelId="{19D65D86-19EB-46F2-8588-1F421B1B4FF0}" type="parTrans" cxnId="{8D7B79D5-BCFA-41D4-88AD-AF828BE0242B}">
      <dgm:prSet/>
      <dgm:spPr/>
      <dgm:t>
        <a:bodyPr/>
        <a:lstStyle/>
        <a:p>
          <a:endParaRPr lang="en-US"/>
        </a:p>
      </dgm:t>
    </dgm:pt>
    <dgm:pt modelId="{49CB2B28-09E3-4A8E-887B-D47F6843E0BA}" type="sibTrans" cxnId="{8D7B79D5-BCFA-41D4-88AD-AF828BE0242B}">
      <dgm:prSet/>
      <dgm:spPr/>
      <dgm:t>
        <a:bodyPr/>
        <a:lstStyle/>
        <a:p>
          <a:endParaRPr lang="en-US"/>
        </a:p>
      </dgm:t>
    </dgm:pt>
    <dgm:pt modelId="{CCBE2397-D228-4D0A-AEA1-5C5C1CE56042}">
      <dgm:prSet/>
      <dgm:spPr/>
      <dgm:t>
        <a:bodyPr/>
        <a:lstStyle/>
        <a:p>
          <a:r>
            <a:rPr lang="en-US" b="0" i="0"/>
            <a:t>Gain safer deployments with easy rollback and traffic shifting</a:t>
          </a:r>
          <a:endParaRPr lang="en-US"/>
        </a:p>
      </dgm:t>
    </dgm:pt>
    <dgm:pt modelId="{1C761210-15F3-4866-A8A1-8B8956258B72}" type="parTrans" cxnId="{4EAF6E7F-E07F-4BF6-B58D-AAA3E63476F7}">
      <dgm:prSet/>
      <dgm:spPr/>
      <dgm:t>
        <a:bodyPr/>
        <a:lstStyle/>
        <a:p>
          <a:endParaRPr lang="en-US"/>
        </a:p>
      </dgm:t>
    </dgm:pt>
    <dgm:pt modelId="{0D9F859D-61CB-4408-A33E-406B0C97F3F3}" type="sibTrans" cxnId="{4EAF6E7F-E07F-4BF6-B58D-AAA3E63476F7}">
      <dgm:prSet/>
      <dgm:spPr/>
      <dgm:t>
        <a:bodyPr/>
        <a:lstStyle/>
        <a:p>
          <a:endParaRPr lang="en-US"/>
        </a:p>
      </dgm:t>
    </dgm:pt>
    <dgm:pt modelId="{D5E42EF2-5372-4EF9-9405-26C00546E9E5}" type="pres">
      <dgm:prSet presAssocID="{70AE62C1-AF5B-4994-AC0E-7762EBC850A7}" presName="root" presStyleCnt="0">
        <dgm:presLayoutVars>
          <dgm:dir/>
          <dgm:resizeHandles val="exact"/>
        </dgm:presLayoutVars>
      </dgm:prSet>
      <dgm:spPr/>
    </dgm:pt>
    <dgm:pt modelId="{081B129E-307F-4993-990E-AB39680F0715}" type="pres">
      <dgm:prSet presAssocID="{98E433A1-6810-438E-9EDB-B54E14F428CC}" presName="compNode" presStyleCnt="0"/>
      <dgm:spPr/>
    </dgm:pt>
    <dgm:pt modelId="{9DD1F06F-DA9F-4F84-9CF1-0BFF5C4FFE86}" type="pres">
      <dgm:prSet presAssocID="{98E433A1-6810-438E-9EDB-B54E14F428CC}" presName="bgRect" presStyleLbl="bgShp" presStyleIdx="0" presStyleCnt="5"/>
      <dgm:spPr/>
    </dgm:pt>
    <dgm:pt modelId="{898F00DA-90C5-454F-B0DD-4594B05E1414}" type="pres">
      <dgm:prSet presAssocID="{98E433A1-6810-438E-9EDB-B54E14F428C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7DDEAE9-443D-487F-BA7F-8FA8F54BF856}" type="pres">
      <dgm:prSet presAssocID="{98E433A1-6810-438E-9EDB-B54E14F428CC}" presName="spaceRect" presStyleCnt="0"/>
      <dgm:spPr/>
    </dgm:pt>
    <dgm:pt modelId="{3498CF16-306F-4B53-A184-A064437000A9}" type="pres">
      <dgm:prSet presAssocID="{98E433A1-6810-438E-9EDB-B54E14F428CC}" presName="parTx" presStyleLbl="revTx" presStyleIdx="0" presStyleCnt="5">
        <dgm:presLayoutVars>
          <dgm:chMax val="0"/>
          <dgm:chPref val="0"/>
        </dgm:presLayoutVars>
      </dgm:prSet>
      <dgm:spPr/>
    </dgm:pt>
    <dgm:pt modelId="{F4AA319F-053F-4F3E-9D5B-661641AD967F}" type="pres">
      <dgm:prSet presAssocID="{B36EC534-D08B-4261-801F-184407A628E3}" presName="sibTrans" presStyleCnt="0"/>
      <dgm:spPr/>
    </dgm:pt>
    <dgm:pt modelId="{EA399FA8-60D7-4FAB-8367-82FE61B67560}" type="pres">
      <dgm:prSet presAssocID="{09E62837-4686-4F50-995F-3560D10A8E84}" presName="compNode" presStyleCnt="0"/>
      <dgm:spPr/>
    </dgm:pt>
    <dgm:pt modelId="{B614D74F-BFFA-436E-9945-C0A3E64EB66A}" type="pres">
      <dgm:prSet presAssocID="{09E62837-4686-4F50-995F-3560D10A8E84}" presName="bgRect" presStyleLbl="bgShp" presStyleIdx="1" presStyleCnt="5"/>
      <dgm:spPr/>
    </dgm:pt>
    <dgm:pt modelId="{F1897005-584D-4429-8514-3B6FEA795BAE}" type="pres">
      <dgm:prSet presAssocID="{09E62837-4686-4F50-995F-3560D10A8E8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F578614-2EAE-4660-A089-BFAF13A00AC3}" type="pres">
      <dgm:prSet presAssocID="{09E62837-4686-4F50-995F-3560D10A8E84}" presName="spaceRect" presStyleCnt="0"/>
      <dgm:spPr/>
    </dgm:pt>
    <dgm:pt modelId="{8ED4132E-744D-4443-877C-AACE4B443769}" type="pres">
      <dgm:prSet presAssocID="{09E62837-4686-4F50-995F-3560D10A8E84}" presName="parTx" presStyleLbl="revTx" presStyleIdx="1" presStyleCnt="5">
        <dgm:presLayoutVars>
          <dgm:chMax val="0"/>
          <dgm:chPref val="0"/>
        </dgm:presLayoutVars>
      </dgm:prSet>
      <dgm:spPr/>
    </dgm:pt>
    <dgm:pt modelId="{A2AA4C51-AF00-4B9B-BCFC-F39305354409}" type="pres">
      <dgm:prSet presAssocID="{19EBA5BB-A399-490D-BD1C-161F691E9CAA}" presName="sibTrans" presStyleCnt="0"/>
      <dgm:spPr/>
    </dgm:pt>
    <dgm:pt modelId="{6AF5095D-1544-4B92-AFCC-1100D01EDBEC}" type="pres">
      <dgm:prSet presAssocID="{0199F957-5F3F-4B55-9080-FB259A30DA15}" presName="compNode" presStyleCnt="0"/>
      <dgm:spPr/>
    </dgm:pt>
    <dgm:pt modelId="{B748DCE3-C7ED-44F9-9705-ECF0B9E4A110}" type="pres">
      <dgm:prSet presAssocID="{0199F957-5F3F-4B55-9080-FB259A30DA15}" presName="bgRect" presStyleLbl="bgShp" presStyleIdx="2" presStyleCnt="5"/>
      <dgm:spPr/>
    </dgm:pt>
    <dgm:pt modelId="{A4E69328-7ECD-4170-B87E-9CFE9450315B}" type="pres">
      <dgm:prSet presAssocID="{0199F957-5F3F-4B55-9080-FB259A30DA1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F5A6C961-ABE6-4664-9F1B-D65065841F3D}" type="pres">
      <dgm:prSet presAssocID="{0199F957-5F3F-4B55-9080-FB259A30DA15}" presName="spaceRect" presStyleCnt="0"/>
      <dgm:spPr/>
    </dgm:pt>
    <dgm:pt modelId="{CF68C552-FDD7-4BC9-9499-C01D3A1BB31E}" type="pres">
      <dgm:prSet presAssocID="{0199F957-5F3F-4B55-9080-FB259A30DA15}" presName="parTx" presStyleLbl="revTx" presStyleIdx="2" presStyleCnt="5">
        <dgm:presLayoutVars>
          <dgm:chMax val="0"/>
          <dgm:chPref val="0"/>
        </dgm:presLayoutVars>
      </dgm:prSet>
      <dgm:spPr/>
    </dgm:pt>
    <dgm:pt modelId="{AE91D1A1-5CB5-4830-B575-54C7551651A4}" type="pres">
      <dgm:prSet presAssocID="{B53CB4BC-B71A-4788-9D6D-B29DF265BFC1}" presName="sibTrans" presStyleCnt="0"/>
      <dgm:spPr/>
    </dgm:pt>
    <dgm:pt modelId="{D570C03C-AE62-4CFD-B348-D1CD4725C845}" type="pres">
      <dgm:prSet presAssocID="{93B08C46-FDA6-4F95-9F54-983FEED0721E}" presName="compNode" presStyleCnt="0"/>
      <dgm:spPr/>
    </dgm:pt>
    <dgm:pt modelId="{B00019D9-2738-4B6B-9848-48CB1179C794}" type="pres">
      <dgm:prSet presAssocID="{93B08C46-FDA6-4F95-9F54-983FEED0721E}" presName="bgRect" presStyleLbl="bgShp" presStyleIdx="3" presStyleCnt="5"/>
      <dgm:spPr/>
    </dgm:pt>
    <dgm:pt modelId="{98BF204C-494D-421E-A8E9-ED7D4B5EF601}" type="pres">
      <dgm:prSet presAssocID="{93B08C46-FDA6-4F95-9F54-983FEED0721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A1DC60C1-09E3-4E6B-B52E-F73FA01F4951}" type="pres">
      <dgm:prSet presAssocID="{93B08C46-FDA6-4F95-9F54-983FEED0721E}" presName="spaceRect" presStyleCnt="0"/>
      <dgm:spPr/>
    </dgm:pt>
    <dgm:pt modelId="{774D5677-77CB-49BA-B21D-316B6CE8866D}" type="pres">
      <dgm:prSet presAssocID="{93B08C46-FDA6-4F95-9F54-983FEED0721E}" presName="parTx" presStyleLbl="revTx" presStyleIdx="3" presStyleCnt="5">
        <dgm:presLayoutVars>
          <dgm:chMax val="0"/>
          <dgm:chPref val="0"/>
        </dgm:presLayoutVars>
      </dgm:prSet>
      <dgm:spPr/>
    </dgm:pt>
    <dgm:pt modelId="{EF38A748-EA71-40CC-BF42-5CA1DD1E9059}" type="pres">
      <dgm:prSet presAssocID="{49CB2B28-09E3-4A8E-887B-D47F6843E0BA}" presName="sibTrans" presStyleCnt="0"/>
      <dgm:spPr/>
    </dgm:pt>
    <dgm:pt modelId="{AD5994A7-B612-45DD-B5EB-058A4CF00474}" type="pres">
      <dgm:prSet presAssocID="{CCBE2397-D228-4D0A-AEA1-5C5C1CE56042}" presName="compNode" presStyleCnt="0"/>
      <dgm:spPr/>
    </dgm:pt>
    <dgm:pt modelId="{3E5D927E-82A3-440F-8EA7-E643386531D2}" type="pres">
      <dgm:prSet presAssocID="{CCBE2397-D228-4D0A-AEA1-5C5C1CE56042}" presName="bgRect" presStyleLbl="bgShp" presStyleIdx="4" presStyleCnt="5"/>
      <dgm:spPr/>
    </dgm:pt>
    <dgm:pt modelId="{DB95C11E-C4B5-445A-9FB4-7B6730A1D69B}" type="pres">
      <dgm:prSet presAssocID="{CCBE2397-D228-4D0A-AEA1-5C5C1CE5604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F3A405A-1841-41FF-A151-FB7904074342}" type="pres">
      <dgm:prSet presAssocID="{CCBE2397-D228-4D0A-AEA1-5C5C1CE56042}" presName="spaceRect" presStyleCnt="0"/>
      <dgm:spPr/>
    </dgm:pt>
    <dgm:pt modelId="{AA255338-B0B0-4381-96ED-60BB00D11217}" type="pres">
      <dgm:prSet presAssocID="{CCBE2397-D228-4D0A-AEA1-5C5C1CE5604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A45D73B-BE62-4FEC-89DA-0DA8C64F5D86}" type="presOf" srcId="{0199F957-5F3F-4B55-9080-FB259A30DA15}" destId="{CF68C552-FDD7-4BC9-9499-C01D3A1BB31E}" srcOrd="0" destOrd="0" presId="urn:microsoft.com/office/officeart/2018/2/layout/IconVerticalSolidList"/>
    <dgm:cxn modelId="{01F04162-200C-494B-9C52-D11FF37427D0}" srcId="{70AE62C1-AF5B-4994-AC0E-7762EBC850A7}" destId="{98E433A1-6810-438E-9EDB-B54E14F428CC}" srcOrd="0" destOrd="0" parTransId="{02C5CDB4-BD97-4705-860E-053A0CEA9390}" sibTransId="{B36EC534-D08B-4261-801F-184407A628E3}"/>
    <dgm:cxn modelId="{3E9F9550-1F52-4E64-BA4C-49D0624CC840}" srcId="{70AE62C1-AF5B-4994-AC0E-7762EBC850A7}" destId="{0199F957-5F3F-4B55-9080-FB259A30DA15}" srcOrd="2" destOrd="0" parTransId="{ACAB75A4-E5EA-4785-A6C6-EE96C6E551F9}" sibTransId="{B53CB4BC-B71A-4788-9D6D-B29DF265BFC1}"/>
    <dgm:cxn modelId="{4EAF6E7F-E07F-4BF6-B58D-AAA3E63476F7}" srcId="{70AE62C1-AF5B-4994-AC0E-7762EBC850A7}" destId="{CCBE2397-D228-4D0A-AEA1-5C5C1CE56042}" srcOrd="4" destOrd="0" parTransId="{1C761210-15F3-4866-A8A1-8B8956258B72}" sibTransId="{0D9F859D-61CB-4408-A33E-406B0C97F3F3}"/>
    <dgm:cxn modelId="{E430A195-CAA2-4FD3-AE07-5031EE245ED3}" type="presOf" srcId="{CCBE2397-D228-4D0A-AEA1-5C5C1CE56042}" destId="{AA255338-B0B0-4381-96ED-60BB00D11217}" srcOrd="0" destOrd="0" presId="urn:microsoft.com/office/officeart/2018/2/layout/IconVerticalSolidList"/>
    <dgm:cxn modelId="{68485CA1-B0BF-4E21-B2C0-BFC2150CE72A}" type="presOf" srcId="{09E62837-4686-4F50-995F-3560D10A8E84}" destId="{8ED4132E-744D-4443-877C-AACE4B443769}" srcOrd="0" destOrd="0" presId="urn:microsoft.com/office/officeart/2018/2/layout/IconVerticalSolidList"/>
    <dgm:cxn modelId="{6C7169CA-2A2D-45B8-B362-9E72AA3B0DDB}" type="presOf" srcId="{70AE62C1-AF5B-4994-AC0E-7762EBC850A7}" destId="{D5E42EF2-5372-4EF9-9405-26C00546E9E5}" srcOrd="0" destOrd="0" presId="urn:microsoft.com/office/officeart/2018/2/layout/IconVerticalSolidList"/>
    <dgm:cxn modelId="{C8CEB6D1-0FA5-4324-86A2-1B7F8EE4415E}" srcId="{70AE62C1-AF5B-4994-AC0E-7762EBC850A7}" destId="{09E62837-4686-4F50-995F-3560D10A8E84}" srcOrd="1" destOrd="0" parTransId="{9A9D3260-67B0-4103-AE7B-D2FFFB36933E}" sibTransId="{19EBA5BB-A399-490D-BD1C-161F691E9CAA}"/>
    <dgm:cxn modelId="{8D7B79D5-BCFA-41D4-88AD-AF828BE0242B}" srcId="{70AE62C1-AF5B-4994-AC0E-7762EBC850A7}" destId="{93B08C46-FDA6-4F95-9F54-983FEED0721E}" srcOrd="3" destOrd="0" parTransId="{19D65D86-19EB-46F2-8588-1F421B1B4FF0}" sibTransId="{49CB2B28-09E3-4A8E-887B-D47F6843E0BA}"/>
    <dgm:cxn modelId="{024241F2-C72E-4660-B5B4-D227683D0579}" type="presOf" srcId="{93B08C46-FDA6-4F95-9F54-983FEED0721E}" destId="{774D5677-77CB-49BA-B21D-316B6CE8866D}" srcOrd="0" destOrd="0" presId="urn:microsoft.com/office/officeart/2018/2/layout/IconVerticalSolidList"/>
    <dgm:cxn modelId="{479095FE-7C84-47CA-9FEF-94F003D26BE7}" type="presOf" srcId="{98E433A1-6810-438E-9EDB-B54E14F428CC}" destId="{3498CF16-306F-4B53-A184-A064437000A9}" srcOrd="0" destOrd="0" presId="urn:microsoft.com/office/officeart/2018/2/layout/IconVerticalSolidList"/>
    <dgm:cxn modelId="{3B3AE892-F1E3-4B53-82A7-F2F1BBCAE096}" type="presParOf" srcId="{D5E42EF2-5372-4EF9-9405-26C00546E9E5}" destId="{081B129E-307F-4993-990E-AB39680F0715}" srcOrd="0" destOrd="0" presId="urn:microsoft.com/office/officeart/2018/2/layout/IconVerticalSolidList"/>
    <dgm:cxn modelId="{29D41DA1-526E-43A7-8A6E-A1C6D59AAAF7}" type="presParOf" srcId="{081B129E-307F-4993-990E-AB39680F0715}" destId="{9DD1F06F-DA9F-4F84-9CF1-0BFF5C4FFE86}" srcOrd="0" destOrd="0" presId="urn:microsoft.com/office/officeart/2018/2/layout/IconVerticalSolidList"/>
    <dgm:cxn modelId="{D426BE6F-CBA0-4D1E-9071-719271CE7F27}" type="presParOf" srcId="{081B129E-307F-4993-990E-AB39680F0715}" destId="{898F00DA-90C5-454F-B0DD-4594B05E1414}" srcOrd="1" destOrd="0" presId="urn:microsoft.com/office/officeart/2018/2/layout/IconVerticalSolidList"/>
    <dgm:cxn modelId="{94CA6829-7EFA-4593-AFF3-463CD7053D32}" type="presParOf" srcId="{081B129E-307F-4993-990E-AB39680F0715}" destId="{E7DDEAE9-443D-487F-BA7F-8FA8F54BF856}" srcOrd="2" destOrd="0" presId="urn:microsoft.com/office/officeart/2018/2/layout/IconVerticalSolidList"/>
    <dgm:cxn modelId="{82C9D1D2-9610-4425-A0AF-0F036744C3FC}" type="presParOf" srcId="{081B129E-307F-4993-990E-AB39680F0715}" destId="{3498CF16-306F-4B53-A184-A064437000A9}" srcOrd="3" destOrd="0" presId="urn:microsoft.com/office/officeart/2018/2/layout/IconVerticalSolidList"/>
    <dgm:cxn modelId="{F99DBD27-1A9A-4805-A08C-2C01FB410C7C}" type="presParOf" srcId="{D5E42EF2-5372-4EF9-9405-26C00546E9E5}" destId="{F4AA319F-053F-4F3E-9D5B-661641AD967F}" srcOrd="1" destOrd="0" presId="urn:microsoft.com/office/officeart/2018/2/layout/IconVerticalSolidList"/>
    <dgm:cxn modelId="{E93D2B06-692D-4552-8CE2-3EF464D2FDBB}" type="presParOf" srcId="{D5E42EF2-5372-4EF9-9405-26C00546E9E5}" destId="{EA399FA8-60D7-4FAB-8367-82FE61B67560}" srcOrd="2" destOrd="0" presId="urn:microsoft.com/office/officeart/2018/2/layout/IconVerticalSolidList"/>
    <dgm:cxn modelId="{539BED7E-CB34-40BA-8F1D-9236BE5B24E7}" type="presParOf" srcId="{EA399FA8-60D7-4FAB-8367-82FE61B67560}" destId="{B614D74F-BFFA-436E-9945-C0A3E64EB66A}" srcOrd="0" destOrd="0" presId="urn:microsoft.com/office/officeart/2018/2/layout/IconVerticalSolidList"/>
    <dgm:cxn modelId="{0994C56F-80E2-48C6-A123-CFC9C3504B3B}" type="presParOf" srcId="{EA399FA8-60D7-4FAB-8367-82FE61B67560}" destId="{F1897005-584D-4429-8514-3B6FEA795BAE}" srcOrd="1" destOrd="0" presId="urn:microsoft.com/office/officeart/2018/2/layout/IconVerticalSolidList"/>
    <dgm:cxn modelId="{6C5F72ED-E3AE-49B7-89A2-D9945306A682}" type="presParOf" srcId="{EA399FA8-60D7-4FAB-8367-82FE61B67560}" destId="{8F578614-2EAE-4660-A089-BFAF13A00AC3}" srcOrd="2" destOrd="0" presId="urn:microsoft.com/office/officeart/2018/2/layout/IconVerticalSolidList"/>
    <dgm:cxn modelId="{E71B6661-B84B-471F-BF64-87EB213D8D2D}" type="presParOf" srcId="{EA399FA8-60D7-4FAB-8367-82FE61B67560}" destId="{8ED4132E-744D-4443-877C-AACE4B443769}" srcOrd="3" destOrd="0" presId="urn:microsoft.com/office/officeart/2018/2/layout/IconVerticalSolidList"/>
    <dgm:cxn modelId="{9BCEFECE-34B0-4146-A4CD-417B8BCCE257}" type="presParOf" srcId="{D5E42EF2-5372-4EF9-9405-26C00546E9E5}" destId="{A2AA4C51-AF00-4B9B-BCFC-F39305354409}" srcOrd="3" destOrd="0" presId="urn:microsoft.com/office/officeart/2018/2/layout/IconVerticalSolidList"/>
    <dgm:cxn modelId="{7F05ECF2-793E-4467-AC22-B51EF765C992}" type="presParOf" srcId="{D5E42EF2-5372-4EF9-9405-26C00546E9E5}" destId="{6AF5095D-1544-4B92-AFCC-1100D01EDBEC}" srcOrd="4" destOrd="0" presId="urn:microsoft.com/office/officeart/2018/2/layout/IconVerticalSolidList"/>
    <dgm:cxn modelId="{4029237A-2C62-416D-856B-98F7596D9E32}" type="presParOf" srcId="{6AF5095D-1544-4B92-AFCC-1100D01EDBEC}" destId="{B748DCE3-C7ED-44F9-9705-ECF0B9E4A110}" srcOrd="0" destOrd="0" presId="urn:microsoft.com/office/officeart/2018/2/layout/IconVerticalSolidList"/>
    <dgm:cxn modelId="{71026F4A-608D-4182-82B0-124EC8A3FC5D}" type="presParOf" srcId="{6AF5095D-1544-4B92-AFCC-1100D01EDBEC}" destId="{A4E69328-7ECD-4170-B87E-9CFE9450315B}" srcOrd="1" destOrd="0" presId="urn:microsoft.com/office/officeart/2018/2/layout/IconVerticalSolidList"/>
    <dgm:cxn modelId="{1C1B56BF-213B-480F-A35A-33062EBA6379}" type="presParOf" srcId="{6AF5095D-1544-4B92-AFCC-1100D01EDBEC}" destId="{F5A6C961-ABE6-4664-9F1B-D65065841F3D}" srcOrd="2" destOrd="0" presId="urn:microsoft.com/office/officeart/2018/2/layout/IconVerticalSolidList"/>
    <dgm:cxn modelId="{4285D4EA-E816-48A7-BCC1-DAA7DDF8A0F7}" type="presParOf" srcId="{6AF5095D-1544-4B92-AFCC-1100D01EDBEC}" destId="{CF68C552-FDD7-4BC9-9499-C01D3A1BB31E}" srcOrd="3" destOrd="0" presId="urn:microsoft.com/office/officeart/2018/2/layout/IconVerticalSolidList"/>
    <dgm:cxn modelId="{D85E4C87-EDD8-4AFE-8F54-43E1C85C2BAA}" type="presParOf" srcId="{D5E42EF2-5372-4EF9-9405-26C00546E9E5}" destId="{AE91D1A1-5CB5-4830-B575-54C7551651A4}" srcOrd="5" destOrd="0" presId="urn:microsoft.com/office/officeart/2018/2/layout/IconVerticalSolidList"/>
    <dgm:cxn modelId="{0266B087-E6F6-4E94-8AC4-A016A8B5D0F7}" type="presParOf" srcId="{D5E42EF2-5372-4EF9-9405-26C00546E9E5}" destId="{D570C03C-AE62-4CFD-B348-D1CD4725C845}" srcOrd="6" destOrd="0" presId="urn:microsoft.com/office/officeart/2018/2/layout/IconVerticalSolidList"/>
    <dgm:cxn modelId="{768F81B6-CFC6-4F83-9C7A-BA72A165891A}" type="presParOf" srcId="{D570C03C-AE62-4CFD-B348-D1CD4725C845}" destId="{B00019D9-2738-4B6B-9848-48CB1179C794}" srcOrd="0" destOrd="0" presId="urn:microsoft.com/office/officeart/2018/2/layout/IconVerticalSolidList"/>
    <dgm:cxn modelId="{AA684E46-97DE-42B3-8FF8-FAEC6E0DB3F9}" type="presParOf" srcId="{D570C03C-AE62-4CFD-B348-D1CD4725C845}" destId="{98BF204C-494D-421E-A8E9-ED7D4B5EF601}" srcOrd="1" destOrd="0" presId="urn:microsoft.com/office/officeart/2018/2/layout/IconVerticalSolidList"/>
    <dgm:cxn modelId="{D117A5A9-6027-4683-8C6D-C7FA7211E7F0}" type="presParOf" srcId="{D570C03C-AE62-4CFD-B348-D1CD4725C845}" destId="{A1DC60C1-09E3-4E6B-B52E-F73FA01F4951}" srcOrd="2" destOrd="0" presId="urn:microsoft.com/office/officeart/2018/2/layout/IconVerticalSolidList"/>
    <dgm:cxn modelId="{D07397D6-EA2B-478C-80F7-0CE2E3017D1F}" type="presParOf" srcId="{D570C03C-AE62-4CFD-B348-D1CD4725C845}" destId="{774D5677-77CB-49BA-B21D-316B6CE8866D}" srcOrd="3" destOrd="0" presId="urn:microsoft.com/office/officeart/2018/2/layout/IconVerticalSolidList"/>
    <dgm:cxn modelId="{9771FE05-D04F-4E83-9212-2008DB2A5849}" type="presParOf" srcId="{D5E42EF2-5372-4EF9-9405-26C00546E9E5}" destId="{EF38A748-EA71-40CC-BF42-5CA1DD1E9059}" srcOrd="7" destOrd="0" presId="urn:microsoft.com/office/officeart/2018/2/layout/IconVerticalSolidList"/>
    <dgm:cxn modelId="{59DA1282-E0D4-49A9-B4D0-9CD8669059B5}" type="presParOf" srcId="{D5E42EF2-5372-4EF9-9405-26C00546E9E5}" destId="{AD5994A7-B612-45DD-B5EB-058A4CF00474}" srcOrd="8" destOrd="0" presId="urn:microsoft.com/office/officeart/2018/2/layout/IconVerticalSolidList"/>
    <dgm:cxn modelId="{97F959B0-76A0-4E1B-A562-E5E6387A958F}" type="presParOf" srcId="{AD5994A7-B612-45DD-B5EB-058A4CF00474}" destId="{3E5D927E-82A3-440F-8EA7-E643386531D2}" srcOrd="0" destOrd="0" presId="urn:microsoft.com/office/officeart/2018/2/layout/IconVerticalSolidList"/>
    <dgm:cxn modelId="{0AC85C1F-C3D3-4F01-9F2D-A5B5E9D31167}" type="presParOf" srcId="{AD5994A7-B612-45DD-B5EB-058A4CF00474}" destId="{DB95C11E-C4B5-445A-9FB4-7B6730A1D69B}" srcOrd="1" destOrd="0" presId="urn:microsoft.com/office/officeart/2018/2/layout/IconVerticalSolidList"/>
    <dgm:cxn modelId="{905BF217-79F6-41CA-8E3D-AE5E8B1C212C}" type="presParOf" srcId="{AD5994A7-B612-45DD-B5EB-058A4CF00474}" destId="{CF3A405A-1841-41FF-A151-FB7904074342}" srcOrd="2" destOrd="0" presId="urn:microsoft.com/office/officeart/2018/2/layout/IconVerticalSolidList"/>
    <dgm:cxn modelId="{88D1F3BC-2B0E-46FB-BCCC-915E7D599F9B}" type="presParOf" srcId="{AD5994A7-B612-45DD-B5EB-058A4CF00474}" destId="{AA255338-B0B0-4381-96ED-60BB00D1121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98AFCF9-E3DE-4E68-A0BF-296C2C9ED1D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17D3EB4-64A1-4857-980B-6EE9364DC963}">
      <dgm:prSet/>
      <dgm:spPr/>
      <dgm:t>
        <a:bodyPr/>
        <a:lstStyle/>
        <a:p>
          <a:r>
            <a:rPr lang="en-US" b="0" i="0"/>
            <a:t>Push a new commit to trigger the pipeline</a:t>
          </a:r>
          <a:endParaRPr lang="en-US"/>
        </a:p>
      </dgm:t>
    </dgm:pt>
    <dgm:pt modelId="{909C4735-F8B1-4576-9C7B-E19E08582B9A}" type="parTrans" cxnId="{841C2F80-8FBE-4AC0-9CA4-98238AD6181F}">
      <dgm:prSet/>
      <dgm:spPr/>
      <dgm:t>
        <a:bodyPr/>
        <a:lstStyle/>
        <a:p>
          <a:endParaRPr lang="en-US"/>
        </a:p>
      </dgm:t>
    </dgm:pt>
    <dgm:pt modelId="{FD35546F-3F0D-46CF-BEC4-4B0CF13AAA30}" type="sibTrans" cxnId="{841C2F80-8FBE-4AC0-9CA4-98238AD6181F}">
      <dgm:prSet/>
      <dgm:spPr/>
      <dgm:t>
        <a:bodyPr/>
        <a:lstStyle/>
        <a:p>
          <a:endParaRPr lang="en-US"/>
        </a:p>
      </dgm:t>
    </dgm:pt>
    <dgm:pt modelId="{37A61AAE-F407-419B-BD0C-F4ED2A24B30B}">
      <dgm:prSet/>
      <dgm:spPr/>
      <dgm:t>
        <a:bodyPr/>
        <a:lstStyle/>
        <a:p>
          <a:r>
            <a:rPr lang="en-US" b="0" i="0"/>
            <a:t>Verify all stages: Source → Build → Deploy succeed</a:t>
          </a:r>
          <a:endParaRPr lang="en-US"/>
        </a:p>
      </dgm:t>
    </dgm:pt>
    <dgm:pt modelId="{E4B87823-99B6-4870-B067-D2A28AA60913}" type="parTrans" cxnId="{6C04ECBF-F4CD-47A7-B513-89717A7F1CAA}">
      <dgm:prSet/>
      <dgm:spPr/>
      <dgm:t>
        <a:bodyPr/>
        <a:lstStyle/>
        <a:p>
          <a:endParaRPr lang="en-US"/>
        </a:p>
      </dgm:t>
    </dgm:pt>
    <dgm:pt modelId="{7701A58A-BF12-4A01-9AB8-0B5EA771E9FD}" type="sibTrans" cxnId="{6C04ECBF-F4CD-47A7-B513-89717A7F1CAA}">
      <dgm:prSet/>
      <dgm:spPr/>
      <dgm:t>
        <a:bodyPr/>
        <a:lstStyle/>
        <a:p>
          <a:endParaRPr lang="en-US"/>
        </a:p>
      </dgm:t>
    </dgm:pt>
    <dgm:pt modelId="{DCA67587-0DBD-45E3-A830-2B0408EAC7C4}">
      <dgm:prSet/>
      <dgm:spPr/>
      <dgm:t>
        <a:bodyPr/>
        <a:lstStyle/>
        <a:p>
          <a:r>
            <a:rPr lang="en-US" b="0" i="0"/>
            <a:t>Check Amazon ECR for new image tag</a:t>
          </a:r>
          <a:endParaRPr lang="en-US"/>
        </a:p>
      </dgm:t>
    </dgm:pt>
    <dgm:pt modelId="{E2B8C5A1-FA5B-4E9C-9EDE-82CC9E0CA2F8}" type="parTrans" cxnId="{4B0ADB0E-4D82-4A63-BFD3-B433255BFA7C}">
      <dgm:prSet/>
      <dgm:spPr/>
      <dgm:t>
        <a:bodyPr/>
        <a:lstStyle/>
        <a:p>
          <a:endParaRPr lang="en-US"/>
        </a:p>
      </dgm:t>
    </dgm:pt>
    <dgm:pt modelId="{320D4E24-6DD7-455A-A4B7-7D601FA2E381}" type="sibTrans" cxnId="{4B0ADB0E-4D82-4A63-BFD3-B433255BFA7C}">
      <dgm:prSet/>
      <dgm:spPr/>
      <dgm:t>
        <a:bodyPr/>
        <a:lstStyle/>
        <a:p>
          <a:endParaRPr lang="en-US"/>
        </a:p>
      </dgm:t>
    </dgm:pt>
    <dgm:pt modelId="{34E4AFC8-8EF9-4623-8527-42BC036DDD7A}">
      <dgm:prSet/>
      <dgm:spPr/>
      <dgm:t>
        <a:bodyPr/>
        <a:lstStyle/>
        <a:p>
          <a:r>
            <a:rPr lang="en-US" b="0" i="0"/>
            <a:t>Verify ECS service is running new tasks with updated image</a:t>
          </a:r>
          <a:endParaRPr lang="en-US"/>
        </a:p>
      </dgm:t>
    </dgm:pt>
    <dgm:pt modelId="{6EC51D4E-FEE3-46E6-AB89-B55DD425942B}" type="parTrans" cxnId="{2CF7FECD-680D-4070-8AB9-B335CA204E62}">
      <dgm:prSet/>
      <dgm:spPr/>
      <dgm:t>
        <a:bodyPr/>
        <a:lstStyle/>
        <a:p>
          <a:endParaRPr lang="en-US"/>
        </a:p>
      </dgm:t>
    </dgm:pt>
    <dgm:pt modelId="{6B65671E-960D-40E4-9C52-C25E07F6338B}" type="sibTrans" cxnId="{2CF7FECD-680D-4070-8AB9-B335CA204E62}">
      <dgm:prSet/>
      <dgm:spPr/>
      <dgm:t>
        <a:bodyPr/>
        <a:lstStyle/>
        <a:p>
          <a:endParaRPr lang="en-US"/>
        </a:p>
      </dgm:t>
    </dgm:pt>
    <dgm:pt modelId="{5E5B523D-2E58-4BD0-BA7C-7D76B4E3BCCF}">
      <dgm:prSet/>
      <dgm:spPr/>
      <dgm:t>
        <a:bodyPr/>
        <a:lstStyle/>
        <a:p>
          <a:r>
            <a:rPr lang="en-US" b="0" i="0"/>
            <a:t>Test application via ALB DNS/URL and review CloudWatch logs for issues</a:t>
          </a:r>
          <a:endParaRPr lang="en-US"/>
        </a:p>
      </dgm:t>
    </dgm:pt>
    <dgm:pt modelId="{48F6E88B-6085-4A8A-BC03-28260F4F6FEA}" type="parTrans" cxnId="{A891F99A-2B37-4A56-A2C1-CE8A39192773}">
      <dgm:prSet/>
      <dgm:spPr/>
      <dgm:t>
        <a:bodyPr/>
        <a:lstStyle/>
        <a:p>
          <a:endParaRPr lang="en-US"/>
        </a:p>
      </dgm:t>
    </dgm:pt>
    <dgm:pt modelId="{A6424951-7358-489D-8B6E-0084C7BE0FDE}" type="sibTrans" cxnId="{A891F99A-2B37-4A56-A2C1-CE8A39192773}">
      <dgm:prSet/>
      <dgm:spPr/>
      <dgm:t>
        <a:bodyPr/>
        <a:lstStyle/>
        <a:p>
          <a:endParaRPr lang="en-US"/>
        </a:p>
      </dgm:t>
    </dgm:pt>
    <dgm:pt modelId="{7E0678CB-3663-4B6B-A281-A7C9E12191BC}" type="pres">
      <dgm:prSet presAssocID="{998AFCF9-E3DE-4E68-A0BF-296C2C9ED1D9}" presName="Name0" presStyleCnt="0">
        <dgm:presLayoutVars>
          <dgm:dir/>
          <dgm:resizeHandles val="exact"/>
        </dgm:presLayoutVars>
      </dgm:prSet>
      <dgm:spPr/>
    </dgm:pt>
    <dgm:pt modelId="{8F1AA252-D84A-458F-8773-DF3E4EC96B52}" type="pres">
      <dgm:prSet presAssocID="{317D3EB4-64A1-4857-980B-6EE9364DC963}" presName="node" presStyleLbl="node1" presStyleIdx="0" presStyleCnt="5">
        <dgm:presLayoutVars>
          <dgm:bulletEnabled val="1"/>
        </dgm:presLayoutVars>
      </dgm:prSet>
      <dgm:spPr/>
    </dgm:pt>
    <dgm:pt modelId="{4E138F62-1BB0-429A-B494-39DE7C235C84}" type="pres">
      <dgm:prSet presAssocID="{FD35546F-3F0D-46CF-BEC4-4B0CF13AAA30}" presName="sibTrans" presStyleLbl="sibTrans1D1" presStyleIdx="0" presStyleCnt="4"/>
      <dgm:spPr/>
    </dgm:pt>
    <dgm:pt modelId="{0BC7E38E-30FB-4381-90CE-AE6EB8E1AB7A}" type="pres">
      <dgm:prSet presAssocID="{FD35546F-3F0D-46CF-BEC4-4B0CF13AAA30}" presName="connectorText" presStyleLbl="sibTrans1D1" presStyleIdx="0" presStyleCnt="4"/>
      <dgm:spPr/>
    </dgm:pt>
    <dgm:pt modelId="{85E302B6-C340-4CB2-A089-176A7A0A7CCC}" type="pres">
      <dgm:prSet presAssocID="{37A61AAE-F407-419B-BD0C-F4ED2A24B30B}" presName="node" presStyleLbl="node1" presStyleIdx="1" presStyleCnt="5">
        <dgm:presLayoutVars>
          <dgm:bulletEnabled val="1"/>
        </dgm:presLayoutVars>
      </dgm:prSet>
      <dgm:spPr/>
    </dgm:pt>
    <dgm:pt modelId="{A9037803-86D2-415B-BD61-B5996445EB30}" type="pres">
      <dgm:prSet presAssocID="{7701A58A-BF12-4A01-9AB8-0B5EA771E9FD}" presName="sibTrans" presStyleLbl="sibTrans1D1" presStyleIdx="1" presStyleCnt="4"/>
      <dgm:spPr/>
    </dgm:pt>
    <dgm:pt modelId="{2100A04B-60BC-4F93-9EA9-AEBE9678DBA0}" type="pres">
      <dgm:prSet presAssocID="{7701A58A-BF12-4A01-9AB8-0B5EA771E9FD}" presName="connectorText" presStyleLbl="sibTrans1D1" presStyleIdx="1" presStyleCnt="4"/>
      <dgm:spPr/>
    </dgm:pt>
    <dgm:pt modelId="{F3A8FD5D-5DA1-45EB-8D43-6E3A96050B5A}" type="pres">
      <dgm:prSet presAssocID="{DCA67587-0DBD-45E3-A830-2B0408EAC7C4}" presName="node" presStyleLbl="node1" presStyleIdx="2" presStyleCnt="5">
        <dgm:presLayoutVars>
          <dgm:bulletEnabled val="1"/>
        </dgm:presLayoutVars>
      </dgm:prSet>
      <dgm:spPr/>
    </dgm:pt>
    <dgm:pt modelId="{00B617F0-A3DE-4787-820B-EB9EE2932CDF}" type="pres">
      <dgm:prSet presAssocID="{320D4E24-6DD7-455A-A4B7-7D601FA2E381}" presName="sibTrans" presStyleLbl="sibTrans1D1" presStyleIdx="2" presStyleCnt="4"/>
      <dgm:spPr/>
    </dgm:pt>
    <dgm:pt modelId="{6B1DE26A-B490-4AD8-B1EB-07F1BE364945}" type="pres">
      <dgm:prSet presAssocID="{320D4E24-6DD7-455A-A4B7-7D601FA2E381}" presName="connectorText" presStyleLbl="sibTrans1D1" presStyleIdx="2" presStyleCnt="4"/>
      <dgm:spPr/>
    </dgm:pt>
    <dgm:pt modelId="{30E739BF-7815-4727-BF40-63690566F6F5}" type="pres">
      <dgm:prSet presAssocID="{34E4AFC8-8EF9-4623-8527-42BC036DDD7A}" presName="node" presStyleLbl="node1" presStyleIdx="3" presStyleCnt="5">
        <dgm:presLayoutVars>
          <dgm:bulletEnabled val="1"/>
        </dgm:presLayoutVars>
      </dgm:prSet>
      <dgm:spPr/>
    </dgm:pt>
    <dgm:pt modelId="{D38C52F8-858C-4DA4-A9FA-D8141550645A}" type="pres">
      <dgm:prSet presAssocID="{6B65671E-960D-40E4-9C52-C25E07F6338B}" presName="sibTrans" presStyleLbl="sibTrans1D1" presStyleIdx="3" presStyleCnt="4"/>
      <dgm:spPr/>
    </dgm:pt>
    <dgm:pt modelId="{BA828D76-9540-4774-8EAA-C7BBDD5142F6}" type="pres">
      <dgm:prSet presAssocID="{6B65671E-960D-40E4-9C52-C25E07F6338B}" presName="connectorText" presStyleLbl="sibTrans1D1" presStyleIdx="3" presStyleCnt="4"/>
      <dgm:spPr/>
    </dgm:pt>
    <dgm:pt modelId="{49C378A5-165E-47FE-9C8F-86DF202EDDFB}" type="pres">
      <dgm:prSet presAssocID="{5E5B523D-2E58-4BD0-BA7C-7D76B4E3BCCF}" presName="node" presStyleLbl="node1" presStyleIdx="4" presStyleCnt="5">
        <dgm:presLayoutVars>
          <dgm:bulletEnabled val="1"/>
        </dgm:presLayoutVars>
      </dgm:prSet>
      <dgm:spPr/>
    </dgm:pt>
  </dgm:ptLst>
  <dgm:cxnLst>
    <dgm:cxn modelId="{4B0ADB0E-4D82-4A63-BFD3-B433255BFA7C}" srcId="{998AFCF9-E3DE-4E68-A0BF-296C2C9ED1D9}" destId="{DCA67587-0DBD-45E3-A830-2B0408EAC7C4}" srcOrd="2" destOrd="0" parTransId="{E2B8C5A1-FA5B-4E9C-9EDE-82CC9E0CA2F8}" sibTransId="{320D4E24-6DD7-455A-A4B7-7D601FA2E381}"/>
    <dgm:cxn modelId="{8076B515-16C1-4962-88EF-F0F36D2DB23C}" type="presOf" srcId="{320D4E24-6DD7-455A-A4B7-7D601FA2E381}" destId="{00B617F0-A3DE-4787-820B-EB9EE2932CDF}" srcOrd="0" destOrd="0" presId="urn:microsoft.com/office/officeart/2016/7/layout/RepeatingBendingProcessNew"/>
    <dgm:cxn modelId="{86717B44-F580-4A86-8E1E-95B2FDA2C407}" type="presOf" srcId="{34E4AFC8-8EF9-4623-8527-42BC036DDD7A}" destId="{30E739BF-7815-4727-BF40-63690566F6F5}" srcOrd="0" destOrd="0" presId="urn:microsoft.com/office/officeart/2016/7/layout/RepeatingBendingProcessNew"/>
    <dgm:cxn modelId="{C2AAC566-5E2C-4EE4-92FF-C88A4CCAF477}" type="presOf" srcId="{FD35546F-3F0D-46CF-BEC4-4B0CF13AAA30}" destId="{0BC7E38E-30FB-4381-90CE-AE6EB8E1AB7A}" srcOrd="1" destOrd="0" presId="urn:microsoft.com/office/officeart/2016/7/layout/RepeatingBendingProcessNew"/>
    <dgm:cxn modelId="{EE3D186F-2830-497B-93D9-D970D53E3087}" type="presOf" srcId="{7701A58A-BF12-4A01-9AB8-0B5EA771E9FD}" destId="{A9037803-86D2-415B-BD61-B5996445EB30}" srcOrd="0" destOrd="0" presId="urn:microsoft.com/office/officeart/2016/7/layout/RepeatingBendingProcessNew"/>
    <dgm:cxn modelId="{10D4C64F-899C-4D98-A44F-F359DB6BAAE8}" type="presOf" srcId="{6B65671E-960D-40E4-9C52-C25E07F6338B}" destId="{D38C52F8-858C-4DA4-A9FA-D8141550645A}" srcOrd="0" destOrd="0" presId="urn:microsoft.com/office/officeart/2016/7/layout/RepeatingBendingProcessNew"/>
    <dgm:cxn modelId="{517A6C73-1958-42DD-BAF1-2AAD43671DDA}" type="presOf" srcId="{FD35546F-3F0D-46CF-BEC4-4B0CF13AAA30}" destId="{4E138F62-1BB0-429A-B494-39DE7C235C84}" srcOrd="0" destOrd="0" presId="urn:microsoft.com/office/officeart/2016/7/layout/RepeatingBendingProcessNew"/>
    <dgm:cxn modelId="{D9BC1B5A-6654-4A13-87DD-FDEABF22617B}" type="presOf" srcId="{317D3EB4-64A1-4857-980B-6EE9364DC963}" destId="{8F1AA252-D84A-458F-8773-DF3E4EC96B52}" srcOrd="0" destOrd="0" presId="urn:microsoft.com/office/officeart/2016/7/layout/RepeatingBendingProcessNew"/>
    <dgm:cxn modelId="{841C2F80-8FBE-4AC0-9CA4-98238AD6181F}" srcId="{998AFCF9-E3DE-4E68-A0BF-296C2C9ED1D9}" destId="{317D3EB4-64A1-4857-980B-6EE9364DC963}" srcOrd="0" destOrd="0" parTransId="{909C4735-F8B1-4576-9C7B-E19E08582B9A}" sibTransId="{FD35546F-3F0D-46CF-BEC4-4B0CF13AAA30}"/>
    <dgm:cxn modelId="{9DC80E94-BFD4-400D-9B87-29EF346833A9}" type="presOf" srcId="{5E5B523D-2E58-4BD0-BA7C-7D76B4E3BCCF}" destId="{49C378A5-165E-47FE-9C8F-86DF202EDDFB}" srcOrd="0" destOrd="0" presId="urn:microsoft.com/office/officeart/2016/7/layout/RepeatingBendingProcessNew"/>
    <dgm:cxn modelId="{1D665B99-C9B4-4695-B0A4-B01D11A1527E}" type="presOf" srcId="{998AFCF9-E3DE-4E68-A0BF-296C2C9ED1D9}" destId="{7E0678CB-3663-4B6B-A281-A7C9E12191BC}" srcOrd="0" destOrd="0" presId="urn:microsoft.com/office/officeart/2016/7/layout/RepeatingBendingProcessNew"/>
    <dgm:cxn modelId="{A891F99A-2B37-4A56-A2C1-CE8A39192773}" srcId="{998AFCF9-E3DE-4E68-A0BF-296C2C9ED1D9}" destId="{5E5B523D-2E58-4BD0-BA7C-7D76B4E3BCCF}" srcOrd="4" destOrd="0" parTransId="{48F6E88B-6085-4A8A-BC03-28260F4F6FEA}" sibTransId="{A6424951-7358-489D-8B6E-0084C7BE0FDE}"/>
    <dgm:cxn modelId="{0463CC9E-EB7F-4733-A50F-32491D2AFF20}" type="presOf" srcId="{320D4E24-6DD7-455A-A4B7-7D601FA2E381}" destId="{6B1DE26A-B490-4AD8-B1EB-07F1BE364945}" srcOrd="1" destOrd="0" presId="urn:microsoft.com/office/officeart/2016/7/layout/RepeatingBendingProcessNew"/>
    <dgm:cxn modelId="{5DEF4CB0-B037-4513-AA35-08AA989D96E2}" type="presOf" srcId="{37A61AAE-F407-419B-BD0C-F4ED2A24B30B}" destId="{85E302B6-C340-4CB2-A089-176A7A0A7CCC}" srcOrd="0" destOrd="0" presId="urn:microsoft.com/office/officeart/2016/7/layout/RepeatingBendingProcessNew"/>
    <dgm:cxn modelId="{CD4925B1-26E3-44C9-958A-A6836AE888A6}" type="presOf" srcId="{6B65671E-960D-40E4-9C52-C25E07F6338B}" destId="{BA828D76-9540-4774-8EAA-C7BBDD5142F6}" srcOrd="1" destOrd="0" presId="urn:microsoft.com/office/officeart/2016/7/layout/RepeatingBendingProcessNew"/>
    <dgm:cxn modelId="{6C04ECBF-F4CD-47A7-B513-89717A7F1CAA}" srcId="{998AFCF9-E3DE-4E68-A0BF-296C2C9ED1D9}" destId="{37A61AAE-F407-419B-BD0C-F4ED2A24B30B}" srcOrd="1" destOrd="0" parTransId="{E4B87823-99B6-4870-B067-D2A28AA60913}" sibTransId="{7701A58A-BF12-4A01-9AB8-0B5EA771E9FD}"/>
    <dgm:cxn modelId="{2CF7FECD-680D-4070-8AB9-B335CA204E62}" srcId="{998AFCF9-E3DE-4E68-A0BF-296C2C9ED1D9}" destId="{34E4AFC8-8EF9-4623-8527-42BC036DDD7A}" srcOrd="3" destOrd="0" parTransId="{6EC51D4E-FEE3-46E6-AB89-B55DD425942B}" sibTransId="{6B65671E-960D-40E4-9C52-C25E07F6338B}"/>
    <dgm:cxn modelId="{9647B5D2-8AC0-4C60-BAA2-B1D119C82496}" type="presOf" srcId="{DCA67587-0DBD-45E3-A830-2B0408EAC7C4}" destId="{F3A8FD5D-5DA1-45EB-8D43-6E3A96050B5A}" srcOrd="0" destOrd="0" presId="urn:microsoft.com/office/officeart/2016/7/layout/RepeatingBendingProcessNew"/>
    <dgm:cxn modelId="{DF0273FE-DC51-40E2-A50F-A011B804856B}" type="presOf" srcId="{7701A58A-BF12-4A01-9AB8-0B5EA771E9FD}" destId="{2100A04B-60BC-4F93-9EA9-AEBE9678DBA0}" srcOrd="1" destOrd="0" presId="urn:microsoft.com/office/officeart/2016/7/layout/RepeatingBendingProcessNew"/>
    <dgm:cxn modelId="{EB9C542F-1EC3-4DF4-9A07-034BCE0797E0}" type="presParOf" srcId="{7E0678CB-3663-4B6B-A281-A7C9E12191BC}" destId="{8F1AA252-D84A-458F-8773-DF3E4EC96B52}" srcOrd="0" destOrd="0" presId="urn:microsoft.com/office/officeart/2016/7/layout/RepeatingBendingProcessNew"/>
    <dgm:cxn modelId="{1C815EAA-E11F-42AB-B4F8-27751EE9377D}" type="presParOf" srcId="{7E0678CB-3663-4B6B-A281-A7C9E12191BC}" destId="{4E138F62-1BB0-429A-B494-39DE7C235C84}" srcOrd="1" destOrd="0" presId="urn:microsoft.com/office/officeart/2016/7/layout/RepeatingBendingProcessNew"/>
    <dgm:cxn modelId="{D7E95B24-D136-4C5C-944D-92D8EEF662AB}" type="presParOf" srcId="{4E138F62-1BB0-429A-B494-39DE7C235C84}" destId="{0BC7E38E-30FB-4381-90CE-AE6EB8E1AB7A}" srcOrd="0" destOrd="0" presId="urn:microsoft.com/office/officeart/2016/7/layout/RepeatingBendingProcessNew"/>
    <dgm:cxn modelId="{991E7870-8F83-4813-AFF0-F11756C05F52}" type="presParOf" srcId="{7E0678CB-3663-4B6B-A281-A7C9E12191BC}" destId="{85E302B6-C340-4CB2-A089-176A7A0A7CCC}" srcOrd="2" destOrd="0" presId="urn:microsoft.com/office/officeart/2016/7/layout/RepeatingBendingProcessNew"/>
    <dgm:cxn modelId="{952D9CCC-7A45-41E9-BC4B-4D058613BA1F}" type="presParOf" srcId="{7E0678CB-3663-4B6B-A281-A7C9E12191BC}" destId="{A9037803-86D2-415B-BD61-B5996445EB30}" srcOrd="3" destOrd="0" presId="urn:microsoft.com/office/officeart/2016/7/layout/RepeatingBendingProcessNew"/>
    <dgm:cxn modelId="{2E9A86F0-1164-4A6D-AFAA-51CA5F7C8CC5}" type="presParOf" srcId="{A9037803-86D2-415B-BD61-B5996445EB30}" destId="{2100A04B-60BC-4F93-9EA9-AEBE9678DBA0}" srcOrd="0" destOrd="0" presId="urn:microsoft.com/office/officeart/2016/7/layout/RepeatingBendingProcessNew"/>
    <dgm:cxn modelId="{94975F2A-7301-4E24-8D9D-36F64C37C2A8}" type="presParOf" srcId="{7E0678CB-3663-4B6B-A281-A7C9E12191BC}" destId="{F3A8FD5D-5DA1-45EB-8D43-6E3A96050B5A}" srcOrd="4" destOrd="0" presId="urn:microsoft.com/office/officeart/2016/7/layout/RepeatingBendingProcessNew"/>
    <dgm:cxn modelId="{06B3CEF6-B220-4D2F-BE34-E58EC9B26051}" type="presParOf" srcId="{7E0678CB-3663-4B6B-A281-A7C9E12191BC}" destId="{00B617F0-A3DE-4787-820B-EB9EE2932CDF}" srcOrd="5" destOrd="0" presId="urn:microsoft.com/office/officeart/2016/7/layout/RepeatingBendingProcessNew"/>
    <dgm:cxn modelId="{62878908-883A-47D6-B17D-5FD408B171B5}" type="presParOf" srcId="{00B617F0-A3DE-4787-820B-EB9EE2932CDF}" destId="{6B1DE26A-B490-4AD8-B1EB-07F1BE364945}" srcOrd="0" destOrd="0" presId="urn:microsoft.com/office/officeart/2016/7/layout/RepeatingBendingProcessNew"/>
    <dgm:cxn modelId="{DA17610D-2F92-410B-93F0-EF26E1DF1FBC}" type="presParOf" srcId="{7E0678CB-3663-4B6B-A281-A7C9E12191BC}" destId="{30E739BF-7815-4727-BF40-63690566F6F5}" srcOrd="6" destOrd="0" presId="urn:microsoft.com/office/officeart/2016/7/layout/RepeatingBendingProcessNew"/>
    <dgm:cxn modelId="{D781991B-5933-47D9-B2AB-5BB7507688E9}" type="presParOf" srcId="{7E0678CB-3663-4B6B-A281-A7C9E12191BC}" destId="{D38C52F8-858C-4DA4-A9FA-D8141550645A}" srcOrd="7" destOrd="0" presId="urn:microsoft.com/office/officeart/2016/7/layout/RepeatingBendingProcessNew"/>
    <dgm:cxn modelId="{065894BB-E82D-4ABD-A5AD-C1A4B7069F36}" type="presParOf" srcId="{D38C52F8-858C-4DA4-A9FA-D8141550645A}" destId="{BA828D76-9540-4774-8EAA-C7BBDD5142F6}" srcOrd="0" destOrd="0" presId="urn:microsoft.com/office/officeart/2016/7/layout/RepeatingBendingProcessNew"/>
    <dgm:cxn modelId="{BE8CA213-907A-492A-8E81-51B81451DAD1}" type="presParOf" srcId="{7E0678CB-3663-4B6B-A281-A7C9E12191BC}" destId="{49C378A5-165E-47FE-9C8F-86DF202EDDFB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5779EE72-87F4-4624-80FE-D59E3FF8A017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13F033-6C27-49E9-A287-366177C732BA}">
      <dgm:prSet/>
      <dgm:spPr/>
      <dgm:t>
        <a:bodyPr/>
        <a:lstStyle/>
        <a:p>
          <a:r>
            <a:rPr lang="en-US"/>
            <a:t>Use</a:t>
          </a:r>
        </a:p>
      </dgm:t>
    </dgm:pt>
    <dgm:pt modelId="{9FB7DF03-FC29-47A0-A651-AC47C7A2488E}" type="parTrans" cxnId="{34480DD4-A4C2-473B-A20C-03B7E3CBB858}">
      <dgm:prSet/>
      <dgm:spPr/>
      <dgm:t>
        <a:bodyPr/>
        <a:lstStyle/>
        <a:p>
          <a:endParaRPr lang="en-US"/>
        </a:p>
      </dgm:t>
    </dgm:pt>
    <dgm:pt modelId="{46DDC56B-88FA-4A21-BC90-DD369F84B12A}" type="sibTrans" cxnId="{34480DD4-A4C2-473B-A20C-03B7E3CBB858}">
      <dgm:prSet/>
      <dgm:spPr/>
      <dgm:t>
        <a:bodyPr/>
        <a:lstStyle/>
        <a:p>
          <a:endParaRPr lang="en-US"/>
        </a:p>
      </dgm:t>
    </dgm:pt>
    <dgm:pt modelId="{62671A1D-C651-402E-BCC5-269212937046}">
      <dgm:prSet/>
      <dgm:spPr/>
      <dgm:t>
        <a:bodyPr/>
        <a:lstStyle/>
        <a:p>
          <a:r>
            <a:rPr lang="en-US"/>
            <a:t>Use separate environments (dev, test, prod) with separate ECS services and pipelines</a:t>
          </a:r>
        </a:p>
      </dgm:t>
    </dgm:pt>
    <dgm:pt modelId="{24EBE007-2538-49D9-B6A3-79D48B032B7F}" type="parTrans" cxnId="{420EDAA7-BBF0-4B09-9520-6D637DB7D948}">
      <dgm:prSet/>
      <dgm:spPr/>
      <dgm:t>
        <a:bodyPr/>
        <a:lstStyle/>
        <a:p>
          <a:endParaRPr lang="en-US"/>
        </a:p>
      </dgm:t>
    </dgm:pt>
    <dgm:pt modelId="{C4CAC4E6-3FB3-4AA0-B82D-D78C5BCC7D33}" type="sibTrans" cxnId="{420EDAA7-BBF0-4B09-9520-6D637DB7D948}">
      <dgm:prSet/>
      <dgm:spPr/>
      <dgm:t>
        <a:bodyPr/>
        <a:lstStyle/>
        <a:p>
          <a:endParaRPr lang="en-US"/>
        </a:p>
      </dgm:t>
    </dgm:pt>
    <dgm:pt modelId="{1272E713-A0E9-41C0-B1FD-81ABFF424167}">
      <dgm:prSet/>
      <dgm:spPr/>
      <dgm:t>
        <a:bodyPr/>
        <a:lstStyle/>
        <a:p>
          <a:r>
            <a:rPr lang="en-US"/>
            <a:t>Apply</a:t>
          </a:r>
        </a:p>
      </dgm:t>
    </dgm:pt>
    <dgm:pt modelId="{3784DC0C-2403-4AFC-841C-83FED70B5685}" type="parTrans" cxnId="{6C8BA989-2F3E-480F-A66D-4876955130CA}">
      <dgm:prSet/>
      <dgm:spPr/>
      <dgm:t>
        <a:bodyPr/>
        <a:lstStyle/>
        <a:p>
          <a:endParaRPr lang="en-US"/>
        </a:p>
      </dgm:t>
    </dgm:pt>
    <dgm:pt modelId="{938C4325-80CB-42E2-BD9B-2AB1A9D34E6C}" type="sibTrans" cxnId="{6C8BA989-2F3E-480F-A66D-4876955130CA}">
      <dgm:prSet/>
      <dgm:spPr/>
      <dgm:t>
        <a:bodyPr/>
        <a:lstStyle/>
        <a:p>
          <a:endParaRPr lang="en-US"/>
        </a:p>
      </dgm:t>
    </dgm:pt>
    <dgm:pt modelId="{CC7A1B25-B638-4590-93D4-B43760BCBE0C}">
      <dgm:prSet/>
      <dgm:spPr/>
      <dgm:t>
        <a:bodyPr/>
        <a:lstStyle/>
        <a:p>
          <a:r>
            <a:rPr lang="en-US"/>
            <a:t>Apply IAM least privilege for CodeBuild, CodePipeline, and CodeDeploy roles</a:t>
          </a:r>
        </a:p>
      </dgm:t>
    </dgm:pt>
    <dgm:pt modelId="{E7645329-3558-49B8-8EB4-F4BFE16735C8}" type="parTrans" cxnId="{0C88EA95-BAFC-4A83-8AA1-3080B07999FA}">
      <dgm:prSet/>
      <dgm:spPr/>
      <dgm:t>
        <a:bodyPr/>
        <a:lstStyle/>
        <a:p>
          <a:endParaRPr lang="en-US"/>
        </a:p>
      </dgm:t>
    </dgm:pt>
    <dgm:pt modelId="{E995088D-EFAC-4377-A054-C701659F5A9E}" type="sibTrans" cxnId="{0C88EA95-BAFC-4A83-8AA1-3080B07999FA}">
      <dgm:prSet/>
      <dgm:spPr/>
      <dgm:t>
        <a:bodyPr/>
        <a:lstStyle/>
        <a:p>
          <a:endParaRPr lang="en-US"/>
        </a:p>
      </dgm:t>
    </dgm:pt>
    <dgm:pt modelId="{3A2C875E-B13B-45EB-BC04-D7D99D8B68B7}">
      <dgm:prSet/>
      <dgm:spPr/>
      <dgm:t>
        <a:bodyPr/>
        <a:lstStyle/>
        <a:p>
          <a:r>
            <a:rPr lang="en-US"/>
            <a:t>Add</a:t>
          </a:r>
        </a:p>
      </dgm:t>
    </dgm:pt>
    <dgm:pt modelId="{484A96F2-C7AF-4B22-9372-C0E1E1881433}" type="parTrans" cxnId="{44347535-D11F-4E69-9E6B-2E1EF1CCFAA4}">
      <dgm:prSet/>
      <dgm:spPr/>
      <dgm:t>
        <a:bodyPr/>
        <a:lstStyle/>
        <a:p>
          <a:endParaRPr lang="en-US"/>
        </a:p>
      </dgm:t>
    </dgm:pt>
    <dgm:pt modelId="{8BBA50C5-88BF-4D3E-896E-A9E31D2C3CBF}" type="sibTrans" cxnId="{44347535-D11F-4E69-9E6B-2E1EF1CCFAA4}">
      <dgm:prSet/>
      <dgm:spPr/>
      <dgm:t>
        <a:bodyPr/>
        <a:lstStyle/>
        <a:p>
          <a:endParaRPr lang="en-US"/>
        </a:p>
      </dgm:t>
    </dgm:pt>
    <dgm:pt modelId="{1B388DB3-0A34-4B30-B8CC-830D30A3FB13}">
      <dgm:prSet/>
      <dgm:spPr/>
      <dgm:t>
        <a:bodyPr/>
        <a:lstStyle/>
        <a:p>
          <a:r>
            <a:rPr lang="en-US"/>
            <a:t>Add unit/integration tests in CodeBuild to fail fast on bad builds</a:t>
          </a:r>
        </a:p>
      </dgm:t>
    </dgm:pt>
    <dgm:pt modelId="{AAEAC909-CE80-464D-B25D-2D1DF9581390}" type="parTrans" cxnId="{A271CC4B-96F0-4DB9-84C5-8582BB715284}">
      <dgm:prSet/>
      <dgm:spPr/>
      <dgm:t>
        <a:bodyPr/>
        <a:lstStyle/>
        <a:p>
          <a:endParaRPr lang="en-US"/>
        </a:p>
      </dgm:t>
    </dgm:pt>
    <dgm:pt modelId="{0C545B98-1913-484E-A6FD-19FF2FC7D140}" type="sibTrans" cxnId="{A271CC4B-96F0-4DB9-84C5-8582BB715284}">
      <dgm:prSet/>
      <dgm:spPr/>
      <dgm:t>
        <a:bodyPr/>
        <a:lstStyle/>
        <a:p>
          <a:endParaRPr lang="en-US"/>
        </a:p>
      </dgm:t>
    </dgm:pt>
    <dgm:pt modelId="{C3EBB95B-EB03-4313-94C2-F0014707FD7B}">
      <dgm:prSet/>
      <dgm:spPr/>
      <dgm:t>
        <a:bodyPr/>
        <a:lstStyle/>
        <a:p>
          <a:r>
            <a:rPr lang="en-US"/>
            <a:t>Enable</a:t>
          </a:r>
        </a:p>
      </dgm:t>
    </dgm:pt>
    <dgm:pt modelId="{CFC355B7-EA99-4280-843C-8E361C774A1A}" type="parTrans" cxnId="{2F9EB5B2-428A-4347-96FC-21554F4824BE}">
      <dgm:prSet/>
      <dgm:spPr/>
      <dgm:t>
        <a:bodyPr/>
        <a:lstStyle/>
        <a:p>
          <a:endParaRPr lang="en-US"/>
        </a:p>
      </dgm:t>
    </dgm:pt>
    <dgm:pt modelId="{6619DAA4-E7F6-4CAA-89D8-AA6CBF69FCF0}" type="sibTrans" cxnId="{2F9EB5B2-428A-4347-96FC-21554F4824BE}">
      <dgm:prSet/>
      <dgm:spPr/>
      <dgm:t>
        <a:bodyPr/>
        <a:lstStyle/>
        <a:p>
          <a:endParaRPr lang="en-US"/>
        </a:p>
      </dgm:t>
    </dgm:pt>
    <dgm:pt modelId="{FA3C3A6C-B14F-4F53-9413-3C03B2686EB2}">
      <dgm:prSet/>
      <dgm:spPr/>
      <dgm:t>
        <a:bodyPr/>
        <a:lstStyle/>
        <a:p>
          <a:r>
            <a:rPr lang="en-US"/>
            <a:t>Enable CloudWatch alarms and SNS notifications for pipeline failures</a:t>
          </a:r>
        </a:p>
      </dgm:t>
    </dgm:pt>
    <dgm:pt modelId="{E219A5BC-3A22-4004-A1D8-1CB84933A609}" type="parTrans" cxnId="{5B2DB1DD-4E6D-4B5D-8D7B-81B6BB2D12D9}">
      <dgm:prSet/>
      <dgm:spPr/>
      <dgm:t>
        <a:bodyPr/>
        <a:lstStyle/>
        <a:p>
          <a:endParaRPr lang="en-US"/>
        </a:p>
      </dgm:t>
    </dgm:pt>
    <dgm:pt modelId="{D425F761-FEA7-497E-9567-8BFBE373B24C}" type="sibTrans" cxnId="{5B2DB1DD-4E6D-4B5D-8D7B-81B6BB2D12D9}">
      <dgm:prSet/>
      <dgm:spPr/>
      <dgm:t>
        <a:bodyPr/>
        <a:lstStyle/>
        <a:p>
          <a:endParaRPr lang="en-US"/>
        </a:p>
      </dgm:t>
    </dgm:pt>
    <dgm:pt modelId="{7F9ACA32-B787-43C2-8F9A-66CCFB4C33FC}">
      <dgm:prSet/>
      <dgm:spPr/>
      <dgm:t>
        <a:bodyPr/>
        <a:lstStyle/>
        <a:p>
          <a:r>
            <a:rPr lang="en-US"/>
            <a:t>Use</a:t>
          </a:r>
        </a:p>
      </dgm:t>
    </dgm:pt>
    <dgm:pt modelId="{D49DDDE2-5460-4F5E-959D-77BBC32A10CD}" type="parTrans" cxnId="{02C26ED9-3DCD-4956-885A-DC23F72AEA55}">
      <dgm:prSet/>
      <dgm:spPr/>
      <dgm:t>
        <a:bodyPr/>
        <a:lstStyle/>
        <a:p>
          <a:endParaRPr lang="en-US"/>
        </a:p>
      </dgm:t>
    </dgm:pt>
    <dgm:pt modelId="{3BD2BA32-AF51-4D78-BC5F-FCC53CD869D1}" type="sibTrans" cxnId="{02C26ED9-3DCD-4956-885A-DC23F72AEA55}">
      <dgm:prSet/>
      <dgm:spPr/>
      <dgm:t>
        <a:bodyPr/>
        <a:lstStyle/>
        <a:p>
          <a:endParaRPr lang="en-US"/>
        </a:p>
      </dgm:t>
    </dgm:pt>
    <dgm:pt modelId="{5B902F5F-6E22-4B2A-90DB-0EC670E82067}">
      <dgm:prSet/>
      <dgm:spPr/>
      <dgm:t>
        <a:bodyPr/>
        <a:lstStyle/>
        <a:p>
          <a:r>
            <a:rPr lang="en-US"/>
            <a:t>Use AWS Systems Manager Parameter Store or Secrets Manager for sensitive configuration</a:t>
          </a:r>
        </a:p>
      </dgm:t>
    </dgm:pt>
    <dgm:pt modelId="{6BEE8F86-A211-4D0A-8037-7C8C08F8DD07}" type="parTrans" cxnId="{E0BBD706-EF1E-4B30-9B35-D93188F096CB}">
      <dgm:prSet/>
      <dgm:spPr/>
      <dgm:t>
        <a:bodyPr/>
        <a:lstStyle/>
        <a:p>
          <a:endParaRPr lang="en-US"/>
        </a:p>
      </dgm:t>
    </dgm:pt>
    <dgm:pt modelId="{8892BAC0-36F7-4A23-8EF1-723D7A94358D}" type="sibTrans" cxnId="{E0BBD706-EF1E-4B30-9B35-D93188F096CB}">
      <dgm:prSet/>
      <dgm:spPr/>
      <dgm:t>
        <a:bodyPr/>
        <a:lstStyle/>
        <a:p>
          <a:endParaRPr lang="en-US"/>
        </a:p>
      </dgm:t>
    </dgm:pt>
    <dgm:pt modelId="{6819E760-8F3F-4DC1-B764-B259954F118A}">
      <dgm:prSet/>
      <dgm:spPr/>
      <dgm:t>
        <a:bodyPr/>
        <a:lstStyle/>
        <a:p>
          <a:r>
            <a:rPr lang="en-US"/>
            <a:t>Consider</a:t>
          </a:r>
        </a:p>
      </dgm:t>
    </dgm:pt>
    <dgm:pt modelId="{4E8DC90B-0A66-488C-9224-F65FF64E3FA3}" type="parTrans" cxnId="{68AA021B-BD45-4FDC-9280-29E48C326620}">
      <dgm:prSet/>
      <dgm:spPr/>
      <dgm:t>
        <a:bodyPr/>
        <a:lstStyle/>
        <a:p>
          <a:endParaRPr lang="en-US"/>
        </a:p>
      </dgm:t>
    </dgm:pt>
    <dgm:pt modelId="{C72015CB-A189-4556-B7F9-8171248FCF8F}" type="sibTrans" cxnId="{68AA021B-BD45-4FDC-9280-29E48C326620}">
      <dgm:prSet/>
      <dgm:spPr/>
      <dgm:t>
        <a:bodyPr/>
        <a:lstStyle/>
        <a:p>
          <a:endParaRPr lang="en-US"/>
        </a:p>
      </dgm:t>
    </dgm:pt>
    <dgm:pt modelId="{EBFDBE6A-962C-4AB6-ADA7-9F845BE439E6}">
      <dgm:prSet/>
      <dgm:spPr/>
      <dgm:t>
        <a:bodyPr/>
        <a:lstStyle/>
        <a:p>
          <a:r>
            <a:rPr lang="en-US"/>
            <a:t>Consider blue/green deployments for minimal downtime and safer releases</a:t>
          </a:r>
        </a:p>
      </dgm:t>
    </dgm:pt>
    <dgm:pt modelId="{E6B2849C-F644-45F3-B38B-671E6F5446A9}" type="parTrans" cxnId="{37405617-5B47-482D-B265-27870309DC6B}">
      <dgm:prSet/>
      <dgm:spPr/>
      <dgm:t>
        <a:bodyPr/>
        <a:lstStyle/>
        <a:p>
          <a:endParaRPr lang="en-US"/>
        </a:p>
      </dgm:t>
    </dgm:pt>
    <dgm:pt modelId="{3CB717F6-F460-4FB2-9D19-791872130683}" type="sibTrans" cxnId="{37405617-5B47-482D-B265-27870309DC6B}">
      <dgm:prSet/>
      <dgm:spPr/>
      <dgm:t>
        <a:bodyPr/>
        <a:lstStyle/>
        <a:p>
          <a:endParaRPr lang="en-US"/>
        </a:p>
      </dgm:t>
    </dgm:pt>
    <dgm:pt modelId="{592B47E5-561F-47DD-B6B8-DE4402EE0CBE}" type="pres">
      <dgm:prSet presAssocID="{5779EE72-87F4-4624-80FE-D59E3FF8A017}" presName="Name0" presStyleCnt="0">
        <dgm:presLayoutVars>
          <dgm:dir/>
          <dgm:animLvl val="lvl"/>
          <dgm:resizeHandles val="exact"/>
        </dgm:presLayoutVars>
      </dgm:prSet>
      <dgm:spPr/>
    </dgm:pt>
    <dgm:pt modelId="{32E62A8C-AAFE-4A99-9472-952D16B0E89B}" type="pres">
      <dgm:prSet presAssocID="{0C13F033-6C27-49E9-A287-366177C732BA}" presName="linNode" presStyleCnt="0"/>
      <dgm:spPr/>
    </dgm:pt>
    <dgm:pt modelId="{9AE00392-BB2A-45AF-8E5B-D620D58E5E6C}" type="pres">
      <dgm:prSet presAssocID="{0C13F033-6C27-49E9-A287-366177C732BA}" presName="parentText" presStyleLbl="alignNode1" presStyleIdx="0" presStyleCnt="6">
        <dgm:presLayoutVars>
          <dgm:chMax val="1"/>
          <dgm:bulletEnabled/>
        </dgm:presLayoutVars>
      </dgm:prSet>
      <dgm:spPr/>
    </dgm:pt>
    <dgm:pt modelId="{E948D438-7474-4F52-996B-8A516D02B4DC}" type="pres">
      <dgm:prSet presAssocID="{0C13F033-6C27-49E9-A287-366177C732BA}" presName="descendantText" presStyleLbl="alignAccFollowNode1" presStyleIdx="0" presStyleCnt="6">
        <dgm:presLayoutVars>
          <dgm:bulletEnabled/>
        </dgm:presLayoutVars>
      </dgm:prSet>
      <dgm:spPr/>
    </dgm:pt>
    <dgm:pt modelId="{9FB65C61-2624-4035-AAC6-DDA79A5639A5}" type="pres">
      <dgm:prSet presAssocID="{46DDC56B-88FA-4A21-BC90-DD369F84B12A}" presName="sp" presStyleCnt="0"/>
      <dgm:spPr/>
    </dgm:pt>
    <dgm:pt modelId="{CBE544BA-9827-4885-82C9-4DCA52AC3C7B}" type="pres">
      <dgm:prSet presAssocID="{1272E713-A0E9-41C0-B1FD-81ABFF424167}" presName="linNode" presStyleCnt="0"/>
      <dgm:spPr/>
    </dgm:pt>
    <dgm:pt modelId="{5DCAFECC-B742-44CB-B599-4C5383DABA68}" type="pres">
      <dgm:prSet presAssocID="{1272E713-A0E9-41C0-B1FD-81ABFF424167}" presName="parentText" presStyleLbl="alignNode1" presStyleIdx="1" presStyleCnt="6">
        <dgm:presLayoutVars>
          <dgm:chMax val="1"/>
          <dgm:bulletEnabled/>
        </dgm:presLayoutVars>
      </dgm:prSet>
      <dgm:spPr/>
    </dgm:pt>
    <dgm:pt modelId="{ED10D190-BDE3-41D3-BBB2-E9169830CA79}" type="pres">
      <dgm:prSet presAssocID="{1272E713-A0E9-41C0-B1FD-81ABFF424167}" presName="descendantText" presStyleLbl="alignAccFollowNode1" presStyleIdx="1" presStyleCnt="6">
        <dgm:presLayoutVars>
          <dgm:bulletEnabled/>
        </dgm:presLayoutVars>
      </dgm:prSet>
      <dgm:spPr/>
    </dgm:pt>
    <dgm:pt modelId="{AA82DA67-CD08-4BA6-A103-47B5804F9B43}" type="pres">
      <dgm:prSet presAssocID="{938C4325-80CB-42E2-BD9B-2AB1A9D34E6C}" presName="sp" presStyleCnt="0"/>
      <dgm:spPr/>
    </dgm:pt>
    <dgm:pt modelId="{6E59A637-F8AB-45C0-AF51-7A0206A0ECE5}" type="pres">
      <dgm:prSet presAssocID="{3A2C875E-B13B-45EB-BC04-D7D99D8B68B7}" presName="linNode" presStyleCnt="0"/>
      <dgm:spPr/>
    </dgm:pt>
    <dgm:pt modelId="{CB670554-E0B1-43C2-826C-91BA9237DE08}" type="pres">
      <dgm:prSet presAssocID="{3A2C875E-B13B-45EB-BC04-D7D99D8B68B7}" presName="parentText" presStyleLbl="alignNode1" presStyleIdx="2" presStyleCnt="6">
        <dgm:presLayoutVars>
          <dgm:chMax val="1"/>
          <dgm:bulletEnabled/>
        </dgm:presLayoutVars>
      </dgm:prSet>
      <dgm:spPr/>
    </dgm:pt>
    <dgm:pt modelId="{87B3717E-114D-4703-AA3F-C7A0C383B4B0}" type="pres">
      <dgm:prSet presAssocID="{3A2C875E-B13B-45EB-BC04-D7D99D8B68B7}" presName="descendantText" presStyleLbl="alignAccFollowNode1" presStyleIdx="2" presStyleCnt="6">
        <dgm:presLayoutVars>
          <dgm:bulletEnabled/>
        </dgm:presLayoutVars>
      </dgm:prSet>
      <dgm:spPr/>
    </dgm:pt>
    <dgm:pt modelId="{C8975F49-2C27-42E2-B9FF-C305CCDDE656}" type="pres">
      <dgm:prSet presAssocID="{8BBA50C5-88BF-4D3E-896E-A9E31D2C3CBF}" presName="sp" presStyleCnt="0"/>
      <dgm:spPr/>
    </dgm:pt>
    <dgm:pt modelId="{F00074BE-E0E8-4E91-8EE1-4B99FEAE3B3D}" type="pres">
      <dgm:prSet presAssocID="{C3EBB95B-EB03-4313-94C2-F0014707FD7B}" presName="linNode" presStyleCnt="0"/>
      <dgm:spPr/>
    </dgm:pt>
    <dgm:pt modelId="{055209A7-18D9-4C21-B386-5EFF62F8F966}" type="pres">
      <dgm:prSet presAssocID="{C3EBB95B-EB03-4313-94C2-F0014707FD7B}" presName="parentText" presStyleLbl="alignNode1" presStyleIdx="3" presStyleCnt="6">
        <dgm:presLayoutVars>
          <dgm:chMax val="1"/>
          <dgm:bulletEnabled/>
        </dgm:presLayoutVars>
      </dgm:prSet>
      <dgm:spPr/>
    </dgm:pt>
    <dgm:pt modelId="{31C647FA-AC34-489E-B8EC-8067C882FB32}" type="pres">
      <dgm:prSet presAssocID="{C3EBB95B-EB03-4313-94C2-F0014707FD7B}" presName="descendantText" presStyleLbl="alignAccFollowNode1" presStyleIdx="3" presStyleCnt="6">
        <dgm:presLayoutVars>
          <dgm:bulletEnabled/>
        </dgm:presLayoutVars>
      </dgm:prSet>
      <dgm:spPr/>
    </dgm:pt>
    <dgm:pt modelId="{A9923569-ADA4-438D-B76D-1F8AEECA4C53}" type="pres">
      <dgm:prSet presAssocID="{6619DAA4-E7F6-4CAA-89D8-AA6CBF69FCF0}" presName="sp" presStyleCnt="0"/>
      <dgm:spPr/>
    </dgm:pt>
    <dgm:pt modelId="{0EDFF396-B8EF-4A36-A41E-47C2E78B7CAE}" type="pres">
      <dgm:prSet presAssocID="{7F9ACA32-B787-43C2-8F9A-66CCFB4C33FC}" presName="linNode" presStyleCnt="0"/>
      <dgm:spPr/>
    </dgm:pt>
    <dgm:pt modelId="{DFBB662C-734A-4A6D-9405-9EFD65FB27F8}" type="pres">
      <dgm:prSet presAssocID="{7F9ACA32-B787-43C2-8F9A-66CCFB4C33FC}" presName="parentText" presStyleLbl="alignNode1" presStyleIdx="4" presStyleCnt="6">
        <dgm:presLayoutVars>
          <dgm:chMax val="1"/>
          <dgm:bulletEnabled/>
        </dgm:presLayoutVars>
      </dgm:prSet>
      <dgm:spPr/>
    </dgm:pt>
    <dgm:pt modelId="{D22EDFBB-695A-426A-8AA2-2C5992D4EC2C}" type="pres">
      <dgm:prSet presAssocID="{7F9ACA32-B787-43C2-8F9A-66CCFB4C33FC}" presName="descendantText" presStyleLbl="alignAccFollowNode1" presStyleIdx="4" presStyleCnt="6">
        <dgm:presLayoutVars>
          <dgm:bulletEnabled/>
        </dgm:presLayoutVars>
      </dgm:prSet>
      <dgm:spPr/>
    </dgm:pt>
    <dgm:pt modelId="{CBA1EBA5-45E9-48D5-A581-D49E8C02A28C}" type="pres">
      <dgm:prSet presAssocID="{3BD2BA32-AF51-4D78-BC5F-FCC53CD869D1}" presName="sp" presStyleCnt="0"/>
      <dgm:spPr/>
    </dgm:pt>
    <dgm:pt modelId="{92DCCF17-E5C6-4C0B-A4B7-355655AF5121}" type="pres">
      <dgm:prSet presAssocID="{6819E760-8F3F-4DC1-B764-B259954F118A}" presName="linNode" presStyleCnt="0"/>
      <dgm:spPr/>
    </dgm:pt>
    <dgm:pt modelId="{5C728857-F413-4EEB-9769-8A2613A662B8}" type="pres">
      <dgm:prSet presAssocID="{6819E760-8F3F-4DC1-B764-B259954F118A}" presName="parentText" presStyleLbl="alignNode1" presStyleIdx="5" presStyleCnt="6">
        <dgm:presLayoutVars>
          <dgm:chMax val="1"/>
          <dgm:bulletEnabled/>
        </dgm:presLayoutVars>
      </dgm:prSet>
      <dgm:spPr/>
    </dgm:pt>
    <dgm:pt modelId="{A937BA64-8D8B-4C81-820A-0CF664B3F4E3}" type="pres">
      <dgm:prSet presAssocID="{6819E760-8F3F-4DC1-B764-B259954F118A}" presName="descendantText" presStyleLbl="alignAccFollowNode1" presStyleIdx="5" presStyleCnt="6">
        <dgm:presLayoutVars>
          <dgm:bulletEnabled/>
        </dgm:presLayoutVars>
      </dgm:prSet>
      <dgm:spPr/>
    </dgm:pt>
  </dgm:ptLst>
  <dgm:cxnLst>
    <dgm:cxn modelId="{E0BBD706-EF1E-4B30-9B35-D93188F096CB}" srcId="{7F9ACA32-B787-43C2-8F9A-66CCFB4C33FC}" destId="{5B902F5F-6E22-4B2A-90DB-0EC670E82067}" srcOrd="0" destOrd="0" parTransId="{6BEE8F86-A211-4D0A-8037-7C8C08F8DD07}" sibTransId="{8892BAC0-36F7-4A23-8EF1-723D7A94358D}"/>
    <dgm:cxn modelId="{D93BFB08-73E9-44AA-BF8C-C53A718C016B}" type="presOf" srcId="{CC7A1B25-B638-4590-93D4-B43760BCBE0C}" destId="{ED10D190-BDE3-41D3-BBB2-E9169830CA79}" srcOrd="0" destOrd="0" presId="urn:microsoft.com/office/officeart/2016/7/layout/VerticalSolidActionList"/>
    <dgm:cxn modelId="{0B81060C-D925-4C07-A59B-AC8107625A49}" type="presOf" srcId="{5B902F5F-6E22-4B2A-90DB-0EC670E82067}" destId="{D22EDFBB-695A-426A-8AA2-2C5992D4EC2C}" srcOrd="0" destOrd="0" presId="urn:microsoft.com/office/officeart/2016/7/layout/VerticalSolidActionList"/>
    <dgm:cxn modelId="{37405617-5B47-482D-B265-27870309DC6B}" srcId="{6819E760-8F3F-4DC1-B764-B259954F118A}" destId="{EBFDBE6A-962C-4AB6-ADA7-9F845BE439E6}" srcOrd="0" destOrd="0" parTransId="{E6B2849C-F644-45F3-B38B-671E6F5446A9}" sibTransId="{3CB717F6-F460-4FB2-9D19-791872130683}"/>
    <dgm:cxn modelId="{68AA021B-BD45-4FDC-9280-29E48C326620}" srcId="{5779EE72-87F4-4624-80FE-D59E3FF8A017}" destId="{6819E760-8F3F-4DC1-B764-B259954F118A}" srcOrd="5" destOrd="0" parTransId="{4E8DC90B-0A66-488C-9224-F65FF64E3FA3}" sibTransId="{C72015CB-A189-4556-B7F9-8171248FCF8F}"/>
    <dgm:cxn modelId="{8564E91E-8DF8-4956-9473-5A17F7C276FC}" type="presOf" srcId="{EBFDBE6A-962C-4AB6-ADA7-9F845BE439E6}" destId="{A937BA64-8D8B-4C81-820A-0CF664B3F4E3}" srcOrd="0" destOrd="0" presId="urn:microsoft.com/office/officeart/2016/7/layout/VerticalSolidActionList"/>
    <dgm:cxn modelId="{44347535-D11F-4E69-9E6B-2E1EF1CCFAA4}" srcId="{5779EE72-87F4-4624-80FE-D59E3FF8A017}" destId="{3A2C875E-B13B-45EB-BC04-D7D99D8B68B7}" srcOrd="2" destOrd="0" parTransId="{484A96F2-C7AF-4B22-9372-C0E1E1881433}" sibTransId="{8BBA50C5-88BF-4D3E-896E-A9E31D2C3CBF}"/>
    <dgm:cxn modelId="{23743363-1D05-44CA-8771-D7B5EAF23151}" type="presOf" srcId="{0C13F033-6C27-49E9-A287-366177C732BA}" destId="{9AE00392-BB2A-45AF-8E5B-D620D58E5E6C}" srcOrd="0" destOrd="0" presId="urn:microsoft.com/office/officeart/2016/7/layout/VerticalSolidActionList"/>
    <dgm:cxn modelId="{C9556E65-D7DC-46FB-88D3-EE25E7CC54BB}" type="presOf" srcId="{C3EBB95B-EB03-4313-94C2-F0014707FD7B}" destId="{055209A7-18D9-4C21-B386-5EFF62F8F966}" srcOrd="0" destOrd="0" presId="urn:microsoft.com/office/officeart/2016/7/layout/VerticalSolidActionList"/>
    <dgm:cxn modelId="{17350A66-5F76-459D-89D5-DE07789200F8}" type="presOf" srcId="{62671A1D-C651-402E-BCC5-269212937046}" destId="{E948D438-7474-4F52-996B-8A516D02B4DC}" srcOrd="0" destOrd="0" presId="urn:microsoft.com/office/officeart/2016/7/layout/VerticalSolidActionList"/>
    <dgm:cxn modelId="{59CCBA4B-5779-4752-8BA0-295912DC4A06}" type="presOf" srcId="{6819E760-8F3F-4DC1-B764-B259954F118A}" destId="{5C728857-F413-4EEB-9769-8A2613A662B8}" srcOrd="0" destOrd="0" presId="urn:microsoft.com/office/officeart/2016/7/layout/VerticalSolidActionList"/>
    <dgm:cxn modelId="{A271CC4B-96F0-4DB9-84C5-8582BB715284}" srcId="{3A2C875E-B13B-45EB-BC04-D7D99D8B68B7}" destId="{1B388DB3-0A34-4B30-B8CC-830D30A3FB13}" srcOrd="0" destOrd="0" parTransId="{AAEAC909-CE80-464D-B25D-2D1DF9581390}" sibTransId="{0C545B98-1913-484E-A6FD-19FF2FC7D140}"/>
    <dgm:cxn modelId="{140BA872-FF4F-492C-AD91-41D29CDCA6CC}" type="presOf" srcId="{3A2C875E-B13B-45EB-BC04-D7D99D8B68B7}" destId="{CB670554-E0B1-43C2-826C-91BA9237DE08}" srcOrd="0" destOrd="0" presId="urn:microsoft.com/office/officeart/2016/7/layout/VerticalSolidActionList"/>
    <dgm:cxn modelId="{4070CC88-BF3F-4BF6-B107-EFFC775DA83D}" type="presOf" srcId="{1272E713-A0E9-41C0-B1FD-81ABFF424167}" destId="{5DCAFECC-B742-44CB-B599-4C5383DABA68}" srcOrd="0" destOrd="0" presId="urn:microsoft.com/office/officeart/2016/7/layout/VerticalSolidActionList"/>
    <dgm:cxn modelId="{6C8BA989-2F3E-480F-A66D-4876955130CA}" srcId="{5779EE72-87F4-4624-80FE-D59E3FF8A017}" destId="{1272E713-A0E9-41C0-B1FD-81ABFF424167}" srcOrd="1" destOrd="0" parTransId="{3784DC0C-2403-4AFC-841C-83FED70B5685}" sibTransId="{938C4325-80CB-42E2-BD9B-2AB1A9D34E6C}"/>
    <dgm:cxn modelId="{0C88EA95-BAFC-4A83-8AA1-3080B07999FA}" srcId="{1272E713-A0E9-41C0-B1FD-81ABFF424167}" destId="{CC7A1B25-B638-4590-93D4-B43760BCBE0C}" srcOrd="0" destOrd="0" parTransId="{E7645329-3558-49B8-8EB4-F4BFE16735C8}" sibTransId="{E995088D-EFAC-4377-A054-C701659F5A9E}"/>
    <dgm:cxn modelId="{A6760E99-6CA4-4B12-8B8D-FB4F825D7242}" type="presOf" srcId="{5779EE72-87F4-4624-80FE-D59E3FF8A017}" destId="{592B47E5-561F-47DD-B6B8-DE4402EE0CBE}" srcOrd="0" destOrd="0" presId="urn:microsoft.com/office/officeart/2016/7/layout/VerticalSolidActionList"/>
    <dgm:cxn modelId="{420EDAA7-BBF0-4B09-9520-6D637DB7D948}" srcId="{0C13F033-6C27-49E9-A287-366177C732BA}" destId="{62671A1D-C651-402E-BCC5-269212937046}" srcOrd="0" destOrd="0" parTransId="{24EBE007-2538-49D9-B6A3-79D48B032B7F}" sibTransId="{C4CAC4E6-3FB3-4AA0-B82D-D78C5BCC7D33}"/>
    <dgm:cxn modelId="{8F1671AA-FBC5-4596-9D61-5E8ED69A85BD}" type="presOf" srcId="{7F9ACA32-B787-43C2-8F9A-66CCFB4C33FC}" destId="{DFBB662C-734A-4A6D-9405-9EFD65FB27F8}" srcOrd="0" destOrd="0" presId="urn:microsoft.com/office/officeart/2016/7/layout/VerticalSolidActionList"/>
    <dgm:cxn modelId="{2F9EB5B2-428A-4347-96FC-21554F4824BE}" srcId="{5779EE72-87F4-4624-80FE-D59E3FF8A017}" destId="{C3EBB95B-EB03-4313-94C2-F0014707FD7B}" srcOrd="3" destOrd="0" parTransId="{CFC355B7-EA99-4280-843C-8E361C774A1A}" sibTransId="{6619DAA4-E7F6-4CAA-89D8-AA6CBF69FCF0}"/>
    <dgm:cxn modelId="{3A4B9DBA-1CBE-4B95-A7A0-84E121917585}" type="presOf" srcId="{FA3C3A6C-B14F-4F53-9413-3C03B2686EB2}" destId="{31C647FA-AC34-489E-B8EC-8067C882FB32}" srcOrd="0" destOrd="0" presId="urn:microsoft.com/office/officeart/2016/7/layout/VerticalSolidActionList"/>
    <dgm:cxn modelId="{34480DD4-A4C2-473B-A20C-03B7E3CBB858}" srcId="{5779EE72-87F4-4624-80FE-D59E3FF8A017}" destId="{0C13F033-6C27-49E9-A287-366177C732BA}" srcOrd="0" destOrd="0" parTransId="{9FB7DF03-FC29-47A0-A651-AC47C7A2488E}" sibTransId="{46DDC56B-88FA-4A21-BC90-DD369F84B12A}"/>
    <dgm:cxn modelId="{02C26ED9-3DCD-4956-885A-DC23F72AEA55}" srcId="{5779EE72-87F4-4624-80FE-D59E3FF8A017}" destId="{7F9ACA32-B787-43C2-8F9A-66CCFB4C33FC}" srcOrd="4" destOrd="0" parTransId="{D49DDDE2-5460-4F5E-959D-77BBC32A10CD}" sibTransId="{3BD2BA32-AF51-4D78-BC5F-FCC53CD869D1}"/>
    <dgm:cxn modelId="{5B2DB1DD-4E6D-4B5D-8D7B-81B6BB2D12D9}" srcId="{C3EBB95B-EB03-4313-94C2-F0014707FD7B}" destId="{FA3C3A6C-B14F-4F53-9413-3C03B2686EB2}" srcOrd="0" destOrd="0" parTransId="{E219A5BC-3A22-4004-A1D8-1CB84933A609}" sibTransId="{D425F761-FEA7-497E-9567-8BFBE373B24C}"/>
    <dgm:cxn modelId="{0C3E9CEC-026E-4772-9F16-DA3CCB5E78BB}" type="presOf" srcId="{1B388DB3-0A34-4B30-B8CC-830D30A3FB13}" destId="{87B3717E-114D-4703-AA3F-C7A0C383B4B0}" srcOrd="0" destOrd="0" presId="urn:microsoft.com/office/officeart/2016/7/layout/VerticalSolidActionList"/>
    <dgm:cxn modelId="{F3CA6C66-DE4E-422D-A96A-3A164179EA48}" type="presParOf" srcId="{592B47E5-561F-47DD-B6B8-DE4402EE0CBE}" destId="{32E62A8C-AAFE-4A99-9472-952D16B0E89B}" srcOrd="0" destOrd="0" presId="urn:microsoft.com/office/officeart/2016/7/layout/VerticalSolidActionList"/>
    <dgm:cxn modelId="{6E3A508E-3403-41EE-AA4E-DF61869C3419}" type="presParOf" srcId="{32E62A8C-AAFE-4A99-9472-952D16B0E89B}" destId="{9AE00392-BB2A-45AF-8E5B-D620D58E5E6C}" srcOrd="0" destOrd="0" presId="urn:microsoft.com/office/officeart/2016/7/layout/VerticalSolidActionList"/>
    <dgm:cxn modelId="{4F15C0DE-4485-46DE-A59A-015CC8EA1FAA}" type="presParOf" srcId="{32E62A8C-AAFE-4A99-9472-952D16B0E89B}" destId="{E948D438-7474-4F52-996B-8A516D02B4DC}" srcOrd="1" destOrd="0" presId="urn:microsoft.com/office/officeart/2016/7/layout/VerticalSolidActionList"/>
    <dgm:cxn modelId="{D8ED5155-13B1-4A32-9DA7-9A71A140335B}" type="presParOf" srcId="{592B47E5-561F-47DD-B6B8-DE4402EE0CBE}" destId="{9FB65C61-2624-4035-AAC6-DDA79A5639A5}" srcOrd="1" destOrd="0" presId="urn:microsoft.com/office/officeart/2016/7/layout/VerticalSolidActionList"/>
    <dgm:cxn modelId="{ABE28327-CF2A-4581-B32E-74C17AF4FD06}" type="presParOf" srcId="{592B47E5-561F-47DD-B6B8-DE4402EE0CBE}" destId="{CBE544BA-9827-4885-82C9-4DCA52AC3C7B}" srcOrd="2" destOrd="0" presId="urn:microsoft.com/office/officeart/2016/7/layout/VerticalSolidActionList"/>
    <dgm:cxn modelId="{51FAEAA7-F08E-4974-81F4-EE723F84F957}" type="presParOf" srcId="{CBE544BA-9827-4885-82C9-4DCA52AC3C7B}" destId="{5DCAFECC-B742-44CB-B599-4C5383DABA68}" srcOrd="0" destOrd="0" presId="urn:microsoft.com/office/officeart/2016/7/layout/VerticalSolidActionList"/>
    <dgm:cxn modelId="{FFD554DA-0DDA-4737-A6D3-DB403BD2532D}" type="presParOf" srcId="{CBE544BA-9827-4885-82C9-4DCA52AC3C7B}" destId="{ED10D190-BDE3-41D3-BBB2-E9169830CA79}" srcOrd="1" destOrd="0" presId="urn:microsoft.com/office/officeart/2016/7/layout/VerticalSolidActionList"/>
    <dgm:cxn modelId="{9244ECCB-6338-4BAF-959D-331D9D709E58}" type="presParOf" srcId="{592B47E5-561F-47DD-B6B8-DE4402EE0CBE}" destId="{AA82DA67-CD08-4BA6-A103-47B5804F9B43}" srcOrd="3" destOrd="0" presId="urn:microsoft.com/office/officeart/2016/7/layout/VerticalSolidActionList"/>
    <dgm:cxn modelId="{22528215-A2CE-4417-A9C6-8A60A51A8298}" type="presParOf" srcId="{592B47E5-561F-47DD-B6B8-DE4402EE0CBE}" destId="{6E59A637-F8AB-45C0-AF51-7A0206A0ECE5}" srcOrd="4" destOrd="0" presId="urn:microsoft.com/office/officeart/2016/7/layout/VerticalSolidActionList"/>
    <dgm:cxn modelId="{351DFC18-030E-432C-BFCD-3B9AB6A41452}" type="presParOf" srcId="{6E59A637-F8AB-45C0-AF51-7A0206A0ECE5}" destId="{CB670554-E0B1-43C2-826C-91BA9237DE08}" srcOrd="0" destOrd="0" presId="urn:microsoft.com/office/officeart/2016/7/layout/VerticalSolidActionList"/>
    <dgm:cxn modelId="{77152857-1F70-4232-9326-340C62FCA68A}" type="presParOf" srcId="{6E59A637-F8AB-45C0-AF51-7A0206A0ECE5}" destId="{87B3717E-114D-4703-AA3F-C7A0C383B4B0}" srcOrd="1" destOrd="0" presId="urn:microsoft.com/office/officeart/2016/7/layout/VerticalSolidActionList"/>
    <dgm:cxn modelId="{0BC7F3F4-0284-4258-9090-F46CDB0B840E}" type="presParOf" srcId="{592B47E5-561F-47DD-B6B8-DE4402EE0CBE}" destId="{C8975F49-2C27-42E2-B9FF-C305CCDDE656}" srcOrd="5" destOrd="0" presId="urn:microsoft.com/office/officeart/2016/7/layout/VerticalSolidActionList"/>
    <dgm:cxn modelId="{2D9070D6-F939-46E1-97EC-E56B2ED1305D}" type="presParOf" srcId="{592B47E5-561F-47DD-B6B8-DE4402EE0CBE}" destId="{F00074BE-E0E8-4E91-8EE1-4B99FEAE3B3D}" srcOrd="6" destOrd="0" presId="urn:microsoft.com/office/officeart/2016/7/layout/VerticalSolidActionList"/>
    <dgm:cxn modelId="{E35DDD73-BF17-4439-8762-CF10DE889233}" type="presParOf" srcId="{F00074BE-E0E8-4E91-8EE1-4B99FEAE3B3D}" destId="{055209A7-18D9-4C21-B386-5EFF62F8F966}" srcOrd="0" destOrd="0" presId="urn:microsoft.com/office/officeart/2016/7/layout/VerticalSolidActionList"/>
    <dgm:cxn modelId="{0F5D0996-EE83-42EF-924C-0E9021A870EE}" type="presParOf" srcId="{F00074BE-E0E8-4E91-8EE1-4B99FEAE3B3D}" destId="{31C647FA-AC34-489E-B8EC-8067C882FB32}" srcOrd="1" destOrd="0" presId="urn:microsoft.com/office/officeart/2016/7/layout/VerticalSolidActionList"/>
    <dgm:cxn modelId="{238A50FC-87A2-41CA-8875-2E199E0293B2}" type="presParOf" srcId="{592B47E5-561F-47DD-B6B8-DE4402EE0CBE}" destId="{A9923569-ADA4-438D-B76D-1F8AEECA4C53}" srcOrd="7" destOrd="0" presId="urn:microsoft.com/office/officeart/2016/7/layout/VerticalSolidActionList"/>
    <dgm:cxn modelId="{FAA2AC88-0E03-4B33-96BF-C261870CAA59}" type="presParOf" srcId="{592B47E5-561F-47DD-B6B8-DE4402EE0CBE}" destId="{0EDFF396-B8EF-4A36-A41E-47C2E78B7CAE}" srcOrd="8" destOrd="0" presId="urn:microsoft.com/office/officeart/2016/7/layout/VerticalSolidActionList"/>
    <dgm:cxn modelId="{FACC0637-360A-427F-AFCE-1EE63C11A078}" type="presParOf" srcId="{0EDFF396-B8EF-4A36-A41E-47C2E78B7CAE}" destId="{DFBB662C-734A-4A6D-9405-9EFD65FB27F8}" srcOrd="0" destOrd="0" presId="urn:microsoft.com/office/officeart/2016/7/layout/VerticalSolidActionList"/>
    <dgm:cxn modelId="{19F8CC6A-91D9-45FA-AF8A-E71B6D2443E8}" type="presParOf" srcId="{0EDFF396-B8EF-4A36-A41E-47C2E78B7CAE}" destId="{D22EDFBB-695A-426A-8AA2-2C5992D4EC2C}" srcOrd="1" destOrd="0" presId="urn:microsoft.com/office/officeart/2016/7/layout/VerticalSolidActionList"/>
    <dgm:cxn modelId="{070677F2-7556-4F4E-9968-5ADD899C03E4}" type="presParOf" srcId="{592B47E5-561F-47DD-B6B8-DE4402EE0CBE}" destId="{CBA1EBA5-45E9-48D5-A581-D49E8C02A28C}" srcOrd="9" destOrd="0" presId="urn:microsoft.com/office/officeart/2016/7/layout/VerticalSolidActionList"/>
    <dgm:cxn modelId="{FCBE0E74-F322-49D0-BC20-D30D8700D7B9}" type="presParOf" srcId="{592B47E5-561F-47DD-B6B8-DE4402EE0CBE}" destId="{92DCCF17-E5C6-4C0B-A4B7-355655AF5121}" srcOrd="10" destOrd="0" presId="urn:microsoft.com/office/officeart/2016/7/layout/VerticalSolidActionList"/>
    <dgm:cxn modelId="{F8B334C5-0A65-40AE-AF78-5394166E3CC1}" type="presParOf" srcId="{92DCCF17-E5C6-4C0B-A4B7-355655AF5121}" destId="{5C728857-F413-4EEB-9769-8A2613A662B8}" srcOrd="0" destOrd="0" presId="urn:microsoft.com/office/officeart/2016/7/layout/VerticalSolidActionList"/>
    <dgm:cxn modelId="{F3DB3D1E-12E6-4EA5-BDA9-7ECA00109594}" type="presParOf" srcId="{92DCCF17-E5C6-4C0B-A4B7-355655AF5121}" destId="{A937BA64-8D8B-4C81-820A-0CF664B3F4E3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721D0-D143-4739-88BE-4F1E0DB41CB3}">
      <dsp:nvSpPr>
        <dsp:cNvPr id="0" name=""/>
        <dsp:cNvSpPr/>
      </dsp:nvSpPr>
      <dsp:spPr>
        <a:xfrm>
          <a:off x="0" y="4098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5F9144-B72D-4968-81A9-CBDDD17E07D3}">
      <dsp:nvSpPr>
        <dsp:cNvPr id="0" name=""/>
        <dsp:cNvSpPr/>
      </dsp:nvSpPr>
      <dsp:spPr>
        <a:xfrm>
          <a:off x="264107" y="200542"/>
          <a:ext cx="480194" cy="4801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7DBF8C-17C6-42F2-A940-6812BEA73B23}">
      <dsp:nvSpPr>
        <dsp:cNvPr id="0" name=""/>
        <dsp:cNvSpPr/>
      </dsp:nvSpPr>
      <dsp:spPr>
        <a:xfrm>
          <a:off x="1008409" y="4098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What is CI/CD on AWS</a:t>
          </a:r>
          <a:endParaRPr lang="en-US" sz="1900" kern="1200"/>
        </a:p>
      </dsp:txBody>
      <dsp:txXfrm>
        <a:off x="1008409" y="4098"/>
        <a:ext cx="3785046" cy="873081"/>
      </dsp:txXfrm>
    </dsp:sp>
    <dsp:sp modelId="{2DBCA31C-37DC-4668-8212-5222022343B5}">
      <dsp:nvSpPr>
        <dsp:cNvPr id="0" name=""/>
        <dsp:cNvSpPr/>
      </dsp:nvSpPr>
      <dsp:spPr>
        <a:xfrm>
          <a:off x="0" y="1095450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93ECCE-D163-4033-B581-C9081F21E878}">
      <dsp:nvSpPr>
        <dsp:cNvPr id="0" name=""/>
        <dsp:cNvSpPr/>
      </dsp:nvSpPr>
      <dsp:spPr>
        <a:xfrm>
          <a:off x="264107" y="1291894"/>
          <a:ext cx="480194" cy="4801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6E9127-EB20-4F81-A666-0B587A1C88E9}">
      <dsp:nvSpPr>
        <dsp:cNvPr id="0" name=""/>
        <dsp:cNvSpPr/>
      </dsp:nvSpPr>
      <dsp:spPr>
        <a:xfrm>
          <a:off x="1008409" y="1095450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Key services used</a:t>
          </a:r>
          <a:endParaRPr lang="en-US" sz="1900" kern="1200"/>
        </a:p>
      </dsp:txBody>
      <dsp:txXfrm>
        <a:off x="1008409" y="1095450"/>
        <a:ext cx="3785046" cy="873081"/>
      </dsp:txXfrm>
    </dsp:sp>
    <dsp:sp modelId="{C8164F54-1DC1-4FE3-835C-CDD3C3706251}">
      <dsp:nvSpPr>
        <dsp:cNvPr id="0" name=""/>
        <dsp:cNvSpPr/>
      </dsp:nvSpPr>
      <dsp:spPr>
        <a:xfrm>
          <a:off x="0" y="2186802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B58B66-970B-4380-A338-50ABA5912B88}">
      <dsp:nvSpPr>
        <dsp:cNvPr id="0" name=""/>
        <dsp:cNvSpPr/>
      </dsp:nvSpPr>
      <dsp:spPr>
        <a:xfrm>
          <a:off x="264107" y="2383246"/>
          <a:ext cx="480194" cy="4801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B12E28-1D9A-452F-99FA-988E3B14528F}">
      <dsp:nvSpPr>
        <dsp:cNvPr id="0" name=""/>
        <dsp:cNvSpPr/>
      </dsp:nvSpPr>
      <dsp:spPr>
        <a:xfrm>
          <a:off x="1008409" y="2186802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High-level architecture</a:t>
          </a:r>
          <a:endParaRPr lang="en-US" sz="1900" kern="1200"/>
        </a:p>
      </dsp:txBody>
      <dsp:txXfrm>
        <a:off x="1008409" y="2186802"/>
        <a:ext cx="3785046" cy="873081"/>
      </dsp:txXfrm>
    </dsp:sp>
    <dsp:sp modelId="{20AA94FE-ABA5-4B86-9443-BA24C906A9D2}">
      <dsp:nvSpPr>
        <dsp:cNvPr id="0" name=""/>
        <dsp:cNvSpPr/>
      </dsp:nvSpPr>
      <dsp:spPr>
        <a:xfrm>
          <a:off x="0" y="3278154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9DCC66-8687-4221-8DD7-3CC502BF0046}">
      <dsp:nvSpPr>
        <dsp:cNvPr id="0" name=""/>
        <dsp:cNvSpPr/>
      </dsp:nvSpPr>
      <dsp:spPr>
        <a:xfrm>
          <a:off x="264107" y="3474597"/>
          <a:ext cx="480194" cy="4801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E879AA-D9EB-4582-8366-8BF0734784EC}">
      <dsp:nvSpPr>
        <dsp:cNvPr id="0" name=""/>
        <dsp:cNvSpPr/>
      </dsp:nvSpPr>
      <dsp:spPr>
        <a:xfrm>
          <a:off x="1008409" y="3278154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Step-by-step ECS deployment workflow</a:t>
          </a:r>
          <a:endParaRPr lang="en-US" sz="1900" kern="1200"/>
        </a:p>
      </dsp:txBody>
      <dsp:txXfrm>
        <a:off x="1008409" y="3278154"/>
        <a:ext cx="3785046" cy="873081"/>
      </dsp:txXfrm>
    </dsp:sp>
    <dsp:sp modelId="{19F13476-CE03-4A1A-B8A2-A5BFA22F338A}">
      <dsp:nvSpPr>
        <dsp:cNvPr id="0" name=""/>
        <dsp:cNvSpPr/>
      </dsp:nvSpPr>
      <dsp:spPr>
        <a:xfrm>
          <a:off x="0" y="4369506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375FAC-013D-41E5-B03D-AF1B5F698F5D}">
      <dsp:nvSpPr>
        <dsp:cNvPr id="0" name=""/>
        <dsp:cNvSpPr/>
      </dsp:nvSpPr>
      <dsp:spPr>
        <a:xfrm>
          <a:off x="264107" y="4565949"/>
          <a:ext cx="480194" cy="48019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041AB-5B3D-42A0-BBFC-EF57A6ED7EF4}">
      <dsp:nvSpPr>
        <dsp:cNvPr id="0" name=""/>
        <dsp:cNvSpPr/>
      </dsp:nvSpPr>
      <dsp:spPr>
        <a:xfrm>
          <a:off x="1008409" y="4369506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Best practices and tips</a:t>
          </a:r>
          <a:endParaRPr lang="en-US" sz="1900" kern="1200"/>
        </a:p>
      </dsp:txBody>
      <dsp:txXfrm>
        <a:off x="1008409" y="4369506"/>
        <a:ext cx="3785046" cy="8730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608131-7B88-4DB8-B702-E8225FEBA0C7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049265-1E77-4951-900A-A01FA79C033E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D0AC11-2B87-4F22-94F7-81C2616DB60D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Continuous Integration (CI): Frequent code commits, automated builds and tests</a:t>
          </a:r>
          <a:endParaRPr lang="en-US" sz="1600" kern="1200"/>
        </a:p>
      </dsp:txBody>
      <dsp:txXfrm>
        <a:off x="1274714" y="2177"/>
        <a:ext cx="3518741" cy="1103648"/>
      </dsp:txXfrm>
    </dsp:sp>
    <dsp:sp modelId="{440D3D6B-5A93-4933-82E2-E1A08333027B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1EA039-3995-4E0E-BCB7-605B1C541B0F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06DFB3-9B08-404A-844D-AB023519CDB0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Continuous Delivery/Deployment (CD): Automatically package and deploy new versions</a:t>
          </a:r>
          <a:endParaRPr lang="en-US" sz="1600" kern="1200"/>
        </a:p>
      </dsp:txBody>
      <dsp:txXfrm>
        <a:off x="1274714" y="1381738"/>
        <a:ext cx="3518741" cy="1103648"/>
      </dsp:txXfrm>
    </dsp:sp>
    <dsp:sp modelId="{D9B932A2-087F-403F-9FB0-3991197DFA6B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5BD483-7ECB-4625-B930-A1FE0760D37E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9590FF-4A65-4DF3-993C-77AAC5D50F9D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Goal: Reduce manual errors, improve speed and reliability</a:t>
          </a:r>
          <a:endParaRPr lang="en-US" sz="1600" kern="1200"/>
        </a:p>
      </dsp:txBody>
      <dsp:txXfrm>
        <a:off x="1274714" y="2761299"/>
        <a:ext cx="3518741" cy="1103648"/>
      </dsp:txXfrm>
    </dsp:sp>
    <dsp:sp modelId="{5AB8BD2A-B245-4C98-A92F-5C60FA08D5A5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7CC1F3-9E11-4837-BF9E-36B134252F09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31FF89-5B4F-4830-ACA4-CDA97B57D6E8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On AWS: CodeCommit/GitHub → CodeBuild → CodePipeline → ECS/ECR/CodeDeploy</a:t>
          </a:r>
          <a:endParaRPr lang="en-US" sz="1600" kern="1200"/>
        </a:p>
      </dsp:txBody>
      <dsp:txXfrm>
        <a:off x="1274714" y="4140860"/>
        <a:ext cx="3518741" cy="1103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C219CD-2920-4CB5-9C2D-F0745B337EFA}">
      <dsp:nvSpPr>
        <dsp:cNvPr id="0" name=""/>
        <dsp:cNvSpPr/>
      </dsp:nvSpPr>
      <dsp:spPr>
        <a:xfrm>
          <a:off x="0" y="4098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D1CFDC-6758-43CB-A038-57AD390E04B8}">
      <dsp:nvSpPr>
        <dsp:cNvPr id="0" name=""/>
        <dsp:cNvSpPr/>
      </dsp:nvSpPr>
      <dsp:spPr>
        <a:xfrm>
          <a:off x="264107" y="200542"/>
          <a:ext cx="480194" cy="4801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70731-C02D-446D-9147-B16F71F8F539}">
      <dsp:nvSpPr>
        <dsp:cNvPr id="0" name=""/>
        <dsp:cNvSpPr/>
      </dsp:nvSpPr>
      <dsp:spPr>
        <a:xfrm>
          <a:off x="1008409" y="4098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Developer pushes code to CodeCommit / GitHub / Bitbucket</a:t>
          </a:r>
          <a:endParaRPr lang="en-US" sz="1700" kern="1200"/>
        </a:p>
      </dsp:txBody>
      <dsp:txXfrm>
        <a:off x="1008409" y="4098"/>
        <a:ext cx="3785046" cy="873081"/>
      </dsp:txXfrm>
    </dsp:sp>
    <dsp:sp modelId="{944096F3-DA8B-4C5E-A725-A40406604B86}">
      <dsp:nvSpPr>
        <dsp:cNvPr id="0" name=""/>
        <dsp:cNvSpPr/>
      </dsp:nvSpPr>
      <dsp:spPr>
        <a:xfrm>
          <a:off x="0" y="1095450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7A9D6C-8AD6-4C36-93F4-E94344AC34C6}">
      <dsp:nvSpPr>
        <dsp:cNvPr id="0" name=""/>
        <dsp:cNvSpPr/>
      </dsp:nvSpPr>
      <dsp:spPr>
        <a:xfrm>
          <a:off x="264107" y="1291894"/>
          <a:ext cx="480194" cy="4801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BAD71C-B24C-4F61-AE66-BA47C3771A60}">
      <dsp:nvSpPr>
        <dsp:cNvPr id="0" name=""/>
        <dsp:cNvSpPr/>
      </dsp:nvSpPr>
      <dsp:spPr>
        <a:xfrm>
          <a:off x="1008409" y="1095450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CodePipeline detects change and starts pipeline</a:t>
          </a:r>
          <a:endParaRPr lang="en-US" sz="1700" kern="1200"/>
        </a:p>
      </dsp:txBody>
      <dsp:txXfrm>
        <a:off x="1008409" y="1095450"/>
        <a:ext cx="3785046" cy="873081"/>
      </dsp:txXfrm>
    </dsp:sp>
    <dsp:sp modelId="{97BF438E-2471-4555-B6D4-373676A66362}">
      <dsp:nvSpPr>
        <dsp:cNvPr id="0" name=""/>
        <dsp:cNvSpPr/>
      </dsp:nvSpPr>
      <dsp:spPr>
        <a:xfrm>
          <a:off x="0" y="2186802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DB8AAA-1D96-4888-A7F9-EE787001506D}">
      <dsp:nvSpPr>
        <dsp:cNvPr id="0" name=""/>
        <dsp:cNvSpPr/>
      </dsp:nvSpPr>
      <dsp:spPr>
        <a:xfrm>
          <a:off x="264107" y="2383246"/>
          <a:ext cx="480194" cy="4801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51C1AF-A26F-44BB-ACE2-2FAF18168776}">
      <dsp:nvSpPr>
        <dsp:cNvPr id="0" name=""/>
        <dsp:cNvSpPr/>
      </dsp:nvSpPr>
      <dsp:spPr>
        <a:xfrm>
          <a:off x="1008409" y="2186802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CodeBuild builds Docker image and pushes to Amazon ECR</a:t>
          </a:r>
          <a:endParaRPr lang="en-US" sz="1700" kern="1200"/>
        </a:p>
      </dsp:txBody>
      <dsp:txXfrm>
        <a:off x="1008409" y="2186802"/>
        <a:ext cx="3785046" cy="873081"/>
      </dsp:txXfrm>
    </dsp:sp>
    <dsp:sp modelId="{976A47F0-6AF7-4492-BDEF-A31C0B7AEE16}">
      <dsp:nvSpPr>
        <dsp:cNvPr id="0" name=""/>
        <dsp:cNvSpPr/>
      </dsp:nvSpPr>
      <dsp:spPr>
        <a:xfrm>
          <a:off x="0" y="3278154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AA0E9C-7859-406B-B498-2E988EB4D690}">
      <dsp:nvSpPr>
        <dsp:cNvPr id="0" name=""/>
        <dsp:cNvSpPr/>
      </dsp:nvSpPr>
      <dsp:spPr>
        <a:xfrm>
          <a:off x="264107" y="3474597"/>
          <a:ext cx="480194" cy="4801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B8D2C-721C-4647-86BD-21B9923BE897}">
      <dsp:nvSpPr>
        <dsp:cNvPr id="0" name=""/>
        <dsp:cNvSpPr/>
      </dsp:nvSpPr>
      <dsp:spPr>
        <a:xfrm>
          <a:off x="1008409" y="3278154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CodePipeline deploys new image to ECS Service (Fargate or EC2)</a:t>
          </a:r>
          <a:endParaRPr lang="en-US" sz="1700" kern="1200"/>
        </a:p>
      </dsp:txBody>
      <dsp:txXfrm>
        <a:off x="1008409" y="3278154"/>
        <a:ext cx="3785046" cy="873081"/>
      </dsp:txXfrm>
    </dsp:sp>
    <dsp:sp modelId="{9BF1DF6E-7768-4508-A940-AA825E235686}">
      <dsp:nvSpPr>
        <dsp:cNvPr id="0" name=""/>
        <dsp:cNvSpPr/>
      </dsp:nvSpPr>
      <dsp:spPr>
        <a:xfrm>
          <a:off x="0" y="4369506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922505-E5C7-4DDD-ACB5-588B14A3051F}">
      <dsp:nvSpPr>
        <dsp:cNvPr id="0" name=""/>
        <dsp:cNvSpPr/>
      </dsp:nvSpPr>
      <dsp:spPr>
        <a:xfrm>
          <a:off x="264107" y="4565949"/>
          <a:ext cx="480194" cy="48019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810B66-A6D5-4A9F-8913-12A906CD066F}">
      <dsp:nvSpPr>
        <dsp:cNvPr id="0" name=""/>
        <dsp:cNvSpPr/>
      </dsp:nvSpPr>
      <dsp:spPr>
        <a:xfrm>
          <a:off x="1008409" y="4369506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Application is served through an Application Load Balancer (ALB)</a:t>
          </a:r>
          <a:endParaRPr lang="en-US" sz="1700" kern="1200"/>
        </a:p>
      </dsp:txBody>
      <dsp:txXfrm>
        <a:off x="1008409" y="4369506"/>
        <a:ext cx="3785046" cy="8730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FDAF81-CD30-4AEA-942C-68D8633410E9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AA1BB7-7A67-41B2-A898-7B0D3A80BAA5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C873C9-5736-45B4-9733-456D06A417D3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Fully managed continuous delivery service for automating release pipelines</a:t>
          </a:r>
          <a:endParaRPr lang="en-US" sz="1500" kern="1200"/>
        </a:p>
      </dsp:txBody>
      <dsp:txXfrm>
        <a:off x="1274714" y="2177"/>
        <a:ext cx="3518741" cy="1103648"/>
      </dsp:txXfrm>
    </dsp:sp>
    <dsp:sp modelId="{990A38F4-5E80-49BE-B497-370BE07044AC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45287D-9E61-4953-B7C5-F2D459BD12E0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C53FA-7C3D-4F68-934B-409E0700051F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Orchestrates stages: Source → Build → Test → Deploy</a:t>
          </a:r>
          <a:endParaRPr lang="en-US" sz="1500" kern="1200"/>
        </a:p>
      </dsp:txBody>
      <dsp:txXfrm>
        <a:off x="1274714" y="1381738"/>
        <a:ext cx="3518741" cy="1103648"/>
      </dsp:txXfrm>
    </dsp:sp>
    <dsp:sp modelId="{D7A6A8A1-0167-4135-80F2-41CDAE49DDA0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9380FF-799D-4492-A422-6EA84D526BA7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9479AB-4F60-420E-848A-B02C9032FFC2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Supports manual approvals and parallel actions</a:t>
          </a:r>
          <a:endParaRPr lang="en-US" sz="1500" kern="1200"/>
        </a:p>
      </dsp:txBody>
      <dsp:txXfrm>
        <a:off x="1274714" y="2761299"/>
        <a:ext cx="3518741" cy="1103648"/>
      </dsp:txXfrm>
    </dsp:sp>
    <dsp:sp modelId="{E209333E-B2F1-4739-93DE-D23049B21F84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52121-4A5B-448F-AF11-0FB67D79D967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AA923A-3A2D-4AD5-96F6-097A1607CC6D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Integrates with CodeCommit, GitHub, S3, CodeBuild, CodeDeploy, ECS, CloudFormation, and more</a:t>
          </a:r>
          <a:endParaRPr lang="en-US" sz="1500" kern="1200"/>
        </a:p>
      </dsp:txBody>
      <dsp:txXfrm>
        <a:off x="1274714" y="4140860"/>
        <a:ext cx="3518741" cy="11036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3F1210-694B-448A-B61C-A9865B992814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158591-7C54-4034-B086-C437C27E5D7D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9DD115-CC5A-438C-B00B-E2D3DD27F47D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Secure, fully managed Git repository service hosted on AWS</a:t>
          </a:r>
          <a:endParaRPr lang="en-US" sz="1900" kern="1200"/>
        </a:p>
      </dsp:txBody>
      <dsp:txXfrm>
        <a:off x="1274714" y="2177"/>
        <a:ext cx="3518741" cy="1103648"/>
      </dsp:txXfrm>
    </dsp:sp>
    <dsp:sp modelId="{23CBF143-6DA0-484D-BC46-A0B0A151C78E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06E287-AE83-4AC0-B403-926FC6FE0B97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771AA5-1F17-4262-9351-C4714DF95483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Stores application source code and Dockerfile</a:t>
          </a:r>
          <a:endParaRPr lang="en-US" sz="1900" kern="1200"/>
        </a:p>
      </dsp:txBody>
      <dsp:txXfrm>
        <a:off x="1274714" y="1381738"/>
        <a:ext cx="3518741" cy="1103648"/>
      </dsp:txXfrm>
    </dsp:sp>
    <dsp:sp modelId="{2F60CD62-6C83-4F85-92A3-FB8AA8263093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BD25EF-E865-49DA-AFF3-189FF2028C98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2D632-3FD0-49F1-8CD5-C7761F9AC50F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Can be replaced with GitHub / GitLab / Bitbucket as pipeline source</a:t>
          </a:r>
          <a:endParaRPr lang="en-US" sz="1900" kern="1200"/>
        </a:p>
      </dsp:txBody>
      <dsp:txXfrm>
        <a:off x="1274714" y="2761299"/>
        <a:ext cx="3518741" cy="1103648"/>
      </dsp:txXfrm>
    </dsp:sp>
    <dsp:sp modelId="{39F21FEA-9A8B-4A2C-9741-77B2D4007B03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32211F-8E03-411E-B8AD-77B9E9192966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44A34-1FDA-4071-AE60-971437A3974D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Integrated with CodePipeline as a Source provider</a:t>
          </a:r>
          <a:endParaRPr lang="en-US" sz="1900" kern="1200"/>
        </a:p>
      </dsp:txBody>
      <dsp:txXfrm>
        <a:off x="1274714" y="4140860"/>
        <a:ext cx="3518741" cy="11036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A69FA4-BCCE-40C5-9A23-E4371CE5D0F5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E10181-3546-46C2-A494-ADAAC7F15721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37DFF7-90B2-42F9-B459-5EC1B9295CD4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Fully managed build service that compiles source, runs tests, and produces artifacts</a:t>
          </a:r>
          <a:endParaRPr lang="en-US" sz="1800" kern="1200"/>
        </a:p>
      </dsp:txBody>
      <dsp:txXfrm>
        <a:off x="1274714" y="2177"/>
        <a:ext cx="3518741" cy="1103648"/>
      </dsp:txXfrm>
    </dsp:sp>
    <dsp:sp modelId="{B57BEE94-0B8B-452C-9F64-3E797DDA6D3F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C67196-F199-4FD6-92A6-73CC57F40B61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E0BEC5-6B18-49DC-BA1D-2933FA5D28BC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Uses buildspec.yml to define build commands and environment</a:t>
          </a:r>
          <a:endParaRPr lang="en-US" sz="1800" kern="1200"/>
        </a:p>
      </dsp:txBody>
      <dsp:txXfrm>
        <a:off x="1274714" y="1381738"/>
        <a:ext cx="3518741" cy="1103648"/>
      </dsp:txXfrm>
    </dsp:sp>
    <dsp:sp modelId="{33DF843F-4D1D-4F44-BC2E-2555FA04836E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8F4DF0-60F3-4DA7-82B1-A5362E12FC3F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F802E-B41F-405B-A4E5-39D13E3BC945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Supports building Docker images (Docker-in-Docker)</a:t>
          </a:r>
          <a:endParaRPr lang="en-US" sz="1800" kern="1200"/>
        </a:p>
      </dsp:txBody>
      <dsp:txXfrm>
        <a:off x="1274714" y="2761299"/>
        <a:ext cx="3518741" cy="1103648"/>
      </dsp:txXfrm>
    </dsp:sp>
    <dsp:sp modelId="{C28209FB-675A-40B2-9B0B-18C34CEAA6D9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60CC6-4A07-4135-8C6C-017719E35FFC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E57964-DEBA-427A-918B-8FAC8164AEFA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Pushes built Docker images to Amazon ECR</a:t>
          </a:r>
          <a:endParaRPr lang="en-US" sz="1800" kern="1200"/>
        </a:p>
      </dsp:txBody>
      <dsp:txXfrm>
        <a:off x="1274714" y="4140860"/>
        <a:ext cx="3518741" cy="11036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0A5AEE-FB41-4532-BA4F-4B2E2816438A}">
      <dsp:nvSpPr>
        <dsp:cNvPr id="0" name=""/>
        <dsp:cNvSpPr/>
      </dsp:nvSpPr>
      <dsp:spPr>
        <a:xfrm>
          <a:off x="0" y="640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15A26E-1B01-40D4-B491-E83EBDD76E64}">
      <dsp:nvSpPr>
        <dsp:cNvPr id="0" name=""/>
        <dsp:cNvSpPr/>
      </dsp:nvSpPr>
      <dsp:spPr>
        <a:xfrm>
          <a:off x="453352" y="337845"/>
          <a:ext cx="824278" cy="8242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AB596-2CC2-4B99-9223-9EDDD471080F}">
      <dsp:nvSpPr>
        <dsp:cNvPr id="0" name=""/>
        <dsp:cNvSpPr/>
      </dsp:nvSpPr>
      <dsp:spPr>
        <a:xfrm>
          <a:off x="1730984" y="640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Fully managed container image registry for storing Docker images</a:t>
          </a:r>
          <a:endParaRPr lang="en-US" sz="2000" kern="1200"/>
        </a:p>
      </dsp:txBody>
      <dsp:txXfrm>
        <a:off x="1730984" y="640"/>
        <a:ext cx="3062471" cy="1498687"/>
      </dsp:txXfrm>
    </dsp:sp>
    <dsp:sp modelId="{DFD4DF10-82F6-4930-AFB4-3322F52FA57B}">
      <dsp:nvSpPr>
        <dsp:cNvPr id="0" name=""/>
        <dsp:cNvSpPr/>
      </dsp:nvSpPr>
      <dsp:spPr>
        <a:xfrm>
          <a:off x="0" y="187399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214354-4E06-437D-BB96-C7BB52931F5D}">
      <dsp:nvSpPr>
        <dsp:cNvPr id="0" name=""/>
        <dsp:cNvSpPr/>
      </dsp:nvSpPr>
      <dsp:spPr>
        <a:xfrm>
          <a:off x="453352" y="2211204"/>
          <a:ext cx="824278" cy="8242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973528-5469-49B8-932C-29BB6BE5D84E}">
      <dsp:nvSpPr>
        <dsp:cNvPr id="0" name=""/>
        <dsp:cNvSpPr/>
      </dsp:nvSpPr>
      <dsp:spPr>
        <a:xfrm>
          <a:off x="1730984" y="187399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Provides private repositories integrated with IAM authentication</a:t>
          </a:r>
          <a:endParaRPr lang="en-US" sz="2000" kern="1200"/>
        </a:p>
      </dsp:txBody>
      <dsp:txXfrm>
        <a:off x="1730984" y="1873999"/>
        <a:ext cx="3062471" cy="1498687"/>
      </dsp:txXfrm>
    </dsp:sp>
    <dsp:sp modelId="{00D9DF97-7555-48DE-BC4C-2E97EE8FAD6A}">
      <dsp:nvSpPr>
        <dsp:cNvPr id="0" name=""/>
        <dsp:cNvSpPr/>
      </dsp:nvSpPr>
      <dsp:spPr>
        <a:xfrm>
          <a:off x="0" y="374735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6FD993-CA80-4467-B1A7-F3A2F14930D7}">
      <dsp:nvSpPr>
        <dsp:cNvPr id="0" name=""/>
        <dsp:cNvSpPr/>
      </dsp:nvSpPr>
      <dsp:spPr>
        <a:xfrm>
          <a:off x="453352" y="4084563"/>
          <a:ext cx="824278" cy="8242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08519-B61D-4C4B-869F-5A08B08AC3F7}">
      <dsp:nvSpPr>
        <dsp:cNvPr id="0" name=""/>
        <dsp:cNvSpPr/>
      </dsp:nvSpPr>
      <dsp:spPr>
        <a:xfrm>
          <a:off x="1730984" y="374735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Images can be pulled by ECS, EKS, and on-prem Docker environments</a:t>
          </a:r>
          <a:endParaRPr lang="en-US" sz="2000" kern="1200"/>
        </a:p>
      </dsp:txBody>
      <dsp:txXfrm>
        <a:off x="1730984" y="3747359"/>
        <a:ext cx="3062471" cy="149868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3C31F5-53A6-4F5B-BCCA-310F3BE98625}">
      <dsp:nvSpPr>
        <dsp:cNvPr id="0" name=""/>
        <dsp:cNvSpPr/>
      </dsp:nvSpPr>
      <dsp:spPr>
        <a:xfrm>
          <a:off x="0" y="4098"/>
          <a:ext cx="4793456" cy="87308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9246E0-A0AA-47AE-9F11-D8974213F402}">
      <dsp:nvSpPr>
        <dsp:cNvPr id="0" name=""/>
        <dsp:cNvSpPr/>
      </dsp:nvSpPr>
      <dsp:spPr>
        <a:xfrm>
          <a:off x="264107" y="200542"/>
          <a:ext cx="480194" cy="4801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A1205-DF56-4A13-8BEB-FFC3717007A0}">
      <dsp:nvSpPr>
        <dsp:cNvPr id="0" name=""/>
        <dsp:cNvSpPr/>
      </dsp:nvSpPr>
      <dsp:spPr>
        <a:xfrm>
          <a:off x="1008409" y="4098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Highly scalable, managed container orchestration service</a:t>
          </a:r>
          <a:endParaRPr lang="en-US" sz="1500" kern="1200"/>
        </a:p>
      </dsp:txBody>
      <dsp:txXfrm>
        <a:off x="1008409" y="4098"/>
        <a:ext cx="3785046" cy="873081"/>
      </dsp:txXfrm>
    </dsp:sp>
    <dsp:sp modelId="{B612D88F-054A-4A01-9090-8DF70C76662D}">
      <dsp:nvSpPr>
        <dsp:cNvPr id="0" name=""/>
        <dsp:cNvSpPr/>
      </dsp:nvSpPr>
      <dsp:spPr>
        <a:xfrm>
          <a:off x="0" y="1095450"/>
          <a:ext cx="4793456" cy="87308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1C627A-D7BE-40BD-9412-F73854CE6506}">
      <dsp:nvSpPr>
        <dsp:cNvPr id="0" name=""/>
        <dsp:cNvSpPr/>
      </dsp:nvSpPr>
      <dsp:spPr>
        <a:xfrm>
          <a:off x="264107" y="1291894"/>
          <a:ext cx="480194" cy="4801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8F209-DB4F-48DE-B91C-F90EC829614F}">
      <dsp:nvSpPr>
        <dsp:cNvPr id="0" name=""/>
        <dsp:cNvSpPr/>
      </dsp:nvSpPr>
      <dsp:spPr>
        <a:xfrm>
          <a:off x="1008409" y="1095450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Task Definition: blueprint describing containers (image, CPU/memory, ports, environment variables, volumes)</a:t>
          </a:r>
          <a:endParaRPr lang="en-US" sz="1500" kern="1200"/>
        </a:p>
      </dsp:txBody>
      <dsp:txXfrm>
        <a:off x="1008409" y="1095450"/>
        <a:ext cx="3785046" cy="873081"/>
      </dsp:txXfrm>
    </dsp:sp>
    <dsp:sp modelId="{E8AAE119-A062-4669-90F5-3A4DF53E944A}">
      <dsp:nvSpPr>
        <dsp:cNvPr id="0" name=""/>
        <dsp:cNvSpPr/>
      </dsp:nvSpPr>
      <dsp:spPr>
        <a:xfrm>
          <a:off x="0" y="2186802"/>
          <a:ext cx="4793456" cy="87308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3214A-43D9-4EDD-9206-EA923DCBF3F6}">
      <dsp:nvSpPr>
        <dsp:cNvPr id="0" name=""/>
        <dsp:cNvSpPr/>
      </dsp:nvSpPr>
      <dsp:spPr>
        <a:xfrm>
          <a:off x="264107" y="2383246"/>
          <a:ext cx="480194" cy="4801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E91FBB-5E52-43B8-95CA-C623ACE7FC71}">
      <dsp:nvSpPr>
        <dsp:cNvPr id="0" name=""/>
        <dsp:cNvSpPr/>
      </dsp:nvSpPr>
      <dsp:spPr>
        <a:xfrm>
          <a:off x="1008409" y="2186802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Task: running instance of a task definition</a:t>
          </a:r>
          <a:endParaRPr lang="en-US" sz="1500" kern="1200"/>
        </a:p>
      </dsp:txBody>
      <dsp:txXfrm>
        <a:off x="1008409" y="2186802"/>
        <a:ext cx="3785046" cy="873081"/>
      </dsp:txXfrm>
    </dsp:sp>
    <dsp:sp modelId="{8013F06C-8C33-46B7-AFCC-08A5BDF01750}">
      <dsp:nvSpPr>
        <dsp:cNvPr id="0" name=""/>
        <dsp:cNvSpPr/>
      </dsp:nvSpPr>
      <dsp:spPr>
        <a:xfrm>
          <a:off x="0" y="3278154"/>
          <a:ext cx="4793456" cy="87308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BE5336-3CD8-4D97-8C31-FA3322AC4390}">
      <dsp:nvSpPr>
        <dsp:cNvPr id="0" name=""/>
        <dsp:cNvSpPr/>
      </dsp:nvSpPr>
      <dsp:spPr>
        <a:xfrm>
          <a:off x="264107" y="3474597"/>
          <a:ext cx="480194" cy="4801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3271B6-9FD4-4119-B030-73B35D140419}">
      <dsp:nvSpPr>
        <dsp:cNvPr id="0" name=""/>
        <dsp:cNvSpPr/>
      </dsp:nvSpPr>
      <dsp:spPr>
        <a:xfrm>
          <a:off x="1008409" y="3278154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Service: maintains desired task count and handles rolling deployments</a:t>
          </a:r>
          <a:endParaRPr lang="en-US" sz="1500" kern="1200"/>
        </a:p>
      </dsp:txBody>
      <dsp:txXfrm>
        <a:off x="1008409" y="3278154"/>
        <a:ext cx="3785046" cy="873081"/>
      </dsp:txXfrm>
    </dsp:sp>
    <dsp:sp modelId="{EAB9B768-0085-4B83-B6E2-83A89BB200AA}">
      <dsp:nvSpPr>
        <dsp:cNvPr id="0" name=""/>
        <dsp:cNvSpPr/>
      </dsp:nvSpPr>
      <dsp:spPr>
        <a:xfrm>
          <a:off x="0" y="4369506"/>
          <a:ext cx="4793456" cy="8730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5BF6A7-BA6E-4BDA-83A0-D2C8B9A3E7CF}">
      <dsp:nvSpPr>
        <dsp:cNvPr id="0" name=""/>
        <dsp:cNvSpPr/>
      </dsp:nvSpPr>
      <dsp:spPr>
        <a:xfrm>
          <a:off x="264107" y="4565949"/>
          <a:ext cx="480194" cy="48019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EE300F-BDB2-4743-9E08-AA52BCE7B386}">
      <dsp:nvSpPr>
        <dsp:cNvPr id="0" name=""/>
        <dsp:cNvSpPr/>
      </dsp:nvSpPr>
      <dsp:spPr>
        <a:xfrm>
          <a:off x="1008409" y="4369506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Cluster: logical grouping of resources (Fargate or EC2 instances)</a:t>
          </a:r>
          <a:endParaRPr lang="en-US" sz="1500" kern="1200"/>
        </a:p>
      </dsp:txBody>
      <dsp:txXfrm>
        <a:off x="1008409" y="4369506"/>
        <a:ext cx="3785046" cy="87308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11AD3C-4D10-487D-8528-941A1B26C50C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3910E3-99D5-4A7F-BF88-24C064EEE1C6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E517F9-1E24-42AF-A4E6-F5DED75149B9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Deployment service that automates application deployments to EC2, ECS, Lambda, and on-prem servers</a:t>
          </a:r>
          <a:endParaRPr lang="en-US" sz="1500" kern="1200"/>
        </a:p>
      </dsp:txBody>
      <dsp:txXfrm>
        <a:off x="1274714" y="2177"/>
        <a:ext cx="3518741" cy="1103648"/>
      </dsp:txXfrm>
    </dsp:sp>
    <dsp:sp modelId="{BFFECBF6-A6E7-452A-BF37-B8781BD0C836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3794F8-A369-4434-81A4-7FD8F1A76F8F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081A86-64C4-4CBC-AF7F-FDC13DE30D83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For ECS: supports blue/green deployments via ALB</a:t>
          </a:r>
          <a:endParaRPr lang="en-US" sz="1500" kern="1200"/>
        </a:p>
      </dsp:txBody>
      <dsp:txXfrm>
        <a:off x="1274714" y="1381738"/>
        <a:ext cx="3518741" cy="1103648"/>
      </dsp:txXfrm>
    </dsp:sp>
    <dsp:sp modelId="{E0F6F664-C606-47BB-8CE1-3890E2B1325D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D5550C-8BD3-4DFF-BF30-B39E946DC7EB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D0FEE-EEFA-4877-B1C1-48BC54F77357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Shifts traffic from old task set (blue) to new one (green) safely</a:t>
          </a:r>
          <a:endParaRPr lang="en-US" sz="1500" kern="1200"/>
        </a:p>
      </dsp:txBody>
      <dsp:txXfrm>
        <a:off x="1274714" y="2761299"/>
        <a:ext cx="3518741" cy="1103648"/>
      </dsp:txXfrm>
    </dsp:sp>
    <dsp:sp modelId="{D610FE86-8C4F-48DC-9D1E-F80AF6495B2D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4D314F-A452-4FD3-A30D-E443B08FD86A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9FF65-2C31-4EA8-848F-F25FFD477FE3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Provides easy rollback in case of deployment failure</a:t>
          </a:r>
          <a:endParaRPr lang="en-US" sz="1500" kern="1200"/>
        </a:p>
      </dsp:txBody>
      <dsp:txXfrm>
        <a:off x="1274714" y="4140860"/>
        <a:ext cx="3518741" cy="110364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3EE0C-A8F0-4113-B52E-C60DBA10EC36}">
      <dsp:nvSpPr>
        <dsp:cNvPr id="0" name=""/>
        <dsp:cNvSpPr/>
      </dsp:nvSpPr>
      <dsp:spPr>
        <a:xfrm>
          <a:off x="0" y="1697"/>
          <a:ext cx="4793456" cy="723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56BAD5-5233-4F84-9C8E-7353259F0D24}">
      <dsp:nvSpPr>
        <dsp:cNvPr id="0" name=""/>
        <dsp:cNvSpPr/>
      </dsp:nvSpPr>
      <dsp:spPr>
        <a:xfrm>
          <a:off x="218771" y="164420"/>
          <a:ext cx="397767" cy="3977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23750-59B6-4E42-A6D0-4E861B0B9221}">
      <dsp:nvSpPr>
        <dsp:cNvPr id="0" name=""/>
        <dsp:cNvSpPr/>
      </dsp:nvSpPr>
      <dsp:spPr>
        <a:xfrm>
          <a:off x="835310" y="1697"/>
          <a:ext cx="3958145" cy="723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40" tIns="76540" rIns="76540" bIns="765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AWS Account and IAM roles with appropriate permissions</a:t>
          </a:r>
          <a:endParaRPr lang="en-US" sz="1900" kern="1200"/>
        </a:p>
      </dsp:txBody>
      <dsp:txXfrm>
        <a:off x="835310" y="1697"/>
        <a:ext cx="3958145" cy="723212"/>
      </dsp:txXfrm>
    </dsp:sp>
    <dsp:sp modelId="{404E0B03-5B67-471D-B2B7-602B8D8E1A4C}">
      <dsp:nvSpPr>
        <dsp:cNvPr id="0" name=""/>
        <dsp:cNvSpPr/>
      </dsp:nvSpPr>
      <dsp:spPr>
        <a:xfrm>
          <a:off x="0" y="905713"/>
          <a:ext cx="4793456" cy="723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452EC4-4328-4FE4-9F0C-352320030E5E}">
      <dsp:nvSpPr>
        <dsp:cNvPr id="0" name=""/>
        <dsp:cNvSpPr/>
      </dsp:nvSpPr>
      <dsp:spPr>
        <a:xfrm>
          <a:off x="218771" y="1068436"/>
          <a:ext cx="397767" cy="3977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C16FAB-D0D0-4FD2-A9D5-431DD793BF5E}">
      <dsp:nvSpPr>
        <dsp:cNvPr id="0" name=""/>
        <dsp:cNvSpPr/>
      </dsp:nvSpPr>
      <dsp:spPr>
        <a:xfrm>
          <a:off x="835310" y="905713"/>
          <a:ext cx="3958145" cy="723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40" tIns="76540" rIns="76540" bIns="765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VPC with public/private subnets and security groups configured</a:t>
          </a:r>
          <a:endParaRPr lang="en-US" sz="1900" kern="1200"/>
        </a:p>
      </dsp:txBody>
      <dsp:txXfrm>
        <a:off x="835310" y="905713"/>
        <a:ext cx="3958145" cy="723212"/>
      </dsp:txXfrm>
    </dsp:sp>
    <dsp:sp modelId="{C9FD721E-D8D9-4265-985B-3DCEB378278F}">
      <dsp:nvSpPr>
        <dsp:cNvPr id="0" name=""/>
        <dsp:cNvSpPr/>
      </dsp:nvSpPr>
      <dsp:spPr>
        <a:xfrm>
          <a:off x="0" y="1809729"/>
          <a:ext cx="4793456" cy="723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3EC8A7-7CA0-43DD-AA34-5195227151CE}">
      <dsp:nvSpPr>
        <dsp:cNvPr id="0" name=""/>
        <dsp:cNvSpPr/>
      </dsp:nvSpPr>
      <dsp:spPr>
        <a:xfrm>
          <a:off x="218771" y="1972452"/>
          <a:ext cx="397767" cy="3977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A963C-B811-40AF-BD2B-794E7E5D678A}">
      <dsp:nvSpPr>
        <dsp:cNvPr id="0" name=""/>
        <dsp:cNvSpPr/>
      </dsp:nvSpPr>
      <dsp:spPr>
        <a:xfrm>
          <a:off x="835310" y="1809729"/>
          <a:ext cx="3958145" cy="723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40" tIns="76540" rIns="76540" bIns="765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ECS Cluster (Fargate or EC2) created</a:t>
          </a:r>
          <a:endParaRPr lang="en-US" sz="1900" kern="1200"/>
        </a:p>
      </dsp:txBody>
      <dsp:txXfrm>
        <a:off x="835310" y="1809729"/>
        <a:ext cx="3958145" cy="723212"/>
      </dsp:txXfrm>
    </dsp:sp>
    <dsp:sp modelId="{84F2F3D4-DF50-43EF-AE0C-B7BD628639F2}">
      <dsp:nvSpPr>
        <dsp:cNvPr id="0" name=""/>
        <dsp:cNvSpPr/>
      </dsp:nvSpPr>
      <dsp:spPr>
        <a:xfrm>
          <a:off x="0" y="2713745"/>
          <a:ext cx="4793456" cy="723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D1972A-746C-4653-BB38-C4D13FC95172}">
      <dsp:nvSpPr>
        <dsp:cNvPr id="0" name=""/>
        <dsp:cNvSpPr/>
      </dsp:nvSpPr>
      <dsp:spPr>
        <a:xfrm>
          <a:off x="218771" y="2876467"/>
          <a:ext cx="397767" cy="3977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6326A-061A-4960-AD7B-303AFC6E4DAC}">
      <dsp:nvSpPr>
        <dsp:cNvPr id="0" name=""/>
        <dsp:cNvSpPr/>
      </dsp:nvSpPr>
      <dsp:spPr>
        <a:xfrm>
          <a:off x="835310" y="2713745"/>
          <a:ext cx="3958145" cy="723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40" tIns="76540" rIns="76540" bIns="765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Amazon ECR repository created for your application image</a:t>
          </a:r>
          <a:endParaRPr lang="en-US" sz="1900" kern="1200"/>
        </a:p>
      </dsp:txBody>
      <dsp:txXfrm>
        <a:off x="835310" y="2713745"/>
        <a:ext cx="3958145" cy="723212"/>
      </dsp:txXfrm>
    </dsp:sp>
    <dsp:sp modelId="{22275175-7589-48F7-B9C5-208EACC2EFD3}">
      <dsp:nvSpPr>
        <dsp:cNvPr id="0" name=""/>
        <dsp:cNvSpPr/>
      </dsp:nvSpPr>
      <dsp:spPr>
        <a:xfrm>
          <a:off x="0" y="3617761"/>
          <a:ext cx="4793456" cy="723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13246F-4102-4013-BC7A-FCDE1BD91AAE}">
      <dsp:nvSpPr>
        <dsp:cNvPr id="0" name=""/>
        <dsp:cNvSpPr/>
      </dsp:nvSpPr>
      <dsp:spPr>
        <a:xfrm>
          <a:off x="218771" y="3780483"/>
          <a:ext cx="397767" cy="3977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1230CB-9750-4322-B53A-48828A7B612C}">
      <dsp:nvSpPr>
        <dsp:cNvPr id="0" name=""/>
        <dsp:cNvSpPr/>
      </dsp:nvSpPr>
      <dsp:spPr>
        <a:xfrm>
          <a:off x="835310" y="3617761"/>
          <a:ext cx="3958145" cy="723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40" tIns="76540" rIns="76540" bIns="765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Application source code with a Dockerfile</a:t>
          </a:r>
          <a:endParaRPr lang="en-US" sz="1900" kern="1200"/>
        </a:p>
      </dsp:txBody>
      <dsp:txXfrm>
        <a:off x="835310" y="3617761"/>
        <a:ext cx="3958145" cy="723212"/>
      </dsp:txXfrm>
    </dsp:sp>
    <dsp:sp modelId="{E9298050-B9C0-429D-B414-EA8BAF59E4DF}">
      <dsp:nvSpPr>
        <dsp:cNvPr id="0" name=""/>
        <dsp:cNvSpPr/>
      </dsp:nvSpPr>
      <dsp:spPr>
        <a:xfrm>
          <a:off x="0" y="4521777"/>
          <a:ext cx="4793456" cy="723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65E9D1-1545-448B-BC05-ED8E0FBDB4D7}">
      <dsp:nvSpPr>
        <dsp:cNvPr id="0" name=""/>
        <dsp:cNvSpPr/>
      </dsp:nvSpPr>
      <dsp:spPr>
        <a:xfrm>
          <a:off x="218771" y="4684499"/>
          <a:ext cx="397767" cy="39776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AC7DD-77D1-4BCA-B084-BB8FF2040135}">
      <dsp:nvSpPr>
        <dsp:cNvPr id="0" name=""/>
        <dsp:cNvSpPr/>
      </dsp:nvSpPr>
      <dsp:spPr>
        <a:xfrm>
          <a:off x="835310" y="4521777"/>
          <a:ext cx="3958145" cy="723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40" tIns="76540" rIns="76540" bIns="765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Application Load Balancer (ALB) for production web apps</a:t>
          </a:r>
          <a:endParaRPr lang="en-US" sz="1900" kern="1200"/>
        </a:p>
      </dsp:txBody>
      <dsp:txXfrm>
        <a:off x="835310" y="4521777"/>
        <a:ext cx="3958145" cy="72321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B819F0-C154-4779-9175-BB7A5BE969ED}">
      <dsp:nvSpPr>
        <dsp:cNvPr id="0" name=""/>
        <dsp:cNvSpPr/>
      </dsp:nvSpPr>
      <dsp:spPr>
        <a:xfrm>
          <a:off x="600937" y="1556787"/>
          <a:ext cx="478877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F9AE3E-8270-42F7-9612-5BB3A65B3B79}">
      <dsp:nvSpPr>
        <dsp:cNvPr id="0" name=""/>
        <dsp:cNvSpPr/>
      </dsp:nvSpPr>
      <dsp:spPr>
        <a:xfrm>
          <a:off x="1108547" y="1516557"/>
          <a:ext cx="55070" cy="103076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-1873108"/>
            <a:satOff val="96"/>
            <a:lumOff val="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873108"/>
              <a:satOff val="96"/>
              <a:lumOff val="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32F3D1-927B-46A9-BF48-2CC8E9B010F2}">
      <dsp:nvSpPr>
        <dsp:cNvPr id="0" name=""/>
        <dsp:cNvSpPr/>
      </dsp:nvSpPr>
      <dsp:spPr>
        <a:xfrm>
          <a:off x="335900" y="1351645"/>
          <a:ext cx="410354" cy="41035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24" tIns="15924" rIns="15924" bIns="1592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</a:t>
          </a:r>
        </a:p>
      </dsp:txBody>
      <dsp:txXfrm>
        <a:off x="395995" y="1411740"/>
        <a:ext cx="290164" cy="290164"/>
      </dsp:txXfrm>
    </dsp:sp>
    <dsp:sp modelId="{6BD1FB02-55D8-4667-87B1-3FBBBE9BDFBC}">
      <dsp:nvSpPr>
        <dsp:cNvPr id="0" name=""/>
        <dsp:cNvSpPr/>
      </dsp:nvSpPr>
      <dsp:spPr>
        <a:xfrm>
          <a:off x="2340" y="1926860"/>
          <a:ext cx="107747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-3746215"/>
            <a:satOff val="193"/>
            <a:lumOff val="1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3746215"/>
              <a:satOff val="193"/>
              <a:lumOff val="1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92" tIns="165100" rIns="8499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Add a Dockerfile to your application root</a:t>
          </a:r>
          <a:endParaRPr lang="en-US" sz="1100" kern="1200"/>
        </a:p>
      </dsp:txBody>
      <dsp:txXfrm>
        <a:off x="2340" y="2142355"/>
        <a:ext cx="1077474" cy="1750105"/>
      </dsp:txXfrm>
    </dsp:sp>
    <dsp:sp modelId="{5E5E229D-A5BC-409D-9CB2-40C4BCDAAA79}">
      <dsp:nvSpPr>
        <dsp:cNvPr id="0" name=""/>
        <dsp:cNvSpPr/>
      </dsp:nvSpPr>
      <dsp:spPr>
        <a:xfrm>
          <a:off x="1199534" y="1557707"/>
          <a:ext cx="1077474" cy="72"/>
        </a:xfrm>
        <a:prstGeom prst="rect">
          <a:avLst/>
        </a:prstGeom>
        <a:solidFill>
          <a:schemeClr val="accent2">
            <a:tint val="40000"/>
            <a:alpha val="90000"/>
            <a:hueOff val="-5619323"/>
            <a:satOff val="289"/>
            <a:lumOff val="1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5619323"/>
              <a:satOff val="289"/>
              <a:lumOff val="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5EA90A-7A18-432D-BC1C-AE0DEA2E06FB}">
      <dsp:nvSpPr>
        <dsp:cNvPr id="0" name=""/>
        <dsp:cNvSpPr/>
      </dsp:nvSpPr>
      <dsp:spPr>
        <a:xfrm>
          <a:off x="2305741" y="1517297"/>
          <a:ext cx="55070" cy="104003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-7492431"/>
            <a:satOff val="386"/>
            <a:lumOff val="2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7492431"/>
              <a:satOff val="386"/>
              <a:lumOff val="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640F5A-962A-4EEE-9671-832A4C89092D}">
      <dsp:nvSpPr>
        <dsp:cNvPr id="0" name=""/>
        <dsp:cNvSpPr/>
      </dsp:nvSpPr>
      <dsp:spPr>
        <a:xfrm>
          <a:off x="1533094" y="1352566"/>
          <a:ext cx="410354" cy="410354"/>
        </a:xfrm>
        <a:prstGeom prst="ellipse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accent2">
              <a:hueOff val="-6588574"/>
              <a:satOff val="30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24" tIns="15924" rIns="15924" bIns="1592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</a:t>
          </a:r>
        </a:p>
      </dsp:txBody>
      <dsp:txXfrm>
        <a:off x="1593189" y="1412661"/>
        <a:ext cx="290164" cy="290164"/>
      </dsp:txXfrm>
    </dsp:sp>
    <dsp:sp modelId="{EB93C135-1300-4464-9EDF-3C42FF7F5173}">
      <dsp:nvSpPr>
        <dsp:cNvPr id="0" name=""/>
        <dsp:cNvSpPr/>
      </dsp:nvSpPr>
      <dsp:spPr>
        <a:xfrm>
          <a:off x="1199534" y="1929441"/>
          <a:ext cx="107747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-9365539"/>
            <a:satOff val="482"/>
            <a:lumOff val="2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9365539"/>
              <a:satOff val="482"/>
              <a:lumOff val="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92" tIns="165100" rIns="8499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Example (Java app): FROM amazoncorretto:21-alpine; COPY app.jar; EXPOSE 8080; ENTRYPOINT ["java","-jar","app.jar"]</a:t>
          </a:r>
          <a:endParaRPr lang="en-US" sz="1100" kern="1200"/>
        </a:p>
      </dsp:txBody>
      <dsp:txXfrm>
        <a:off x="1199534" y="2144936"/>
        <a:ext cx="1077474" cy="1750105"/>
      </dsp:txXfrm>
    </dsp:sp>
    <dsp:sp modelId="{B96A4485-9CCE-4E84-84FA-B100E8FFF783}">
      <dsp:nvSpPr>
        <dsp:cNvPr id="0" name=""/>
        <dsp:cNvSpPr/>
      </dsp:nvSpPr>
      <dsp:spPr>
        <a:xfrm>
          <a:off x="2396728" y="1557707"/>
          <a:ext cx="1077474" cy="72"/>
        </a:xfrm>
        <a:prstGeom prst="rect">
          <a:avLst/>
        </a:prstGeom>
        <a:solidFill>
          <a:schemeClr val="accent2">
            <a:tint val="40000"/>
            <a:alpha val="90000"/>
            <a:hueOff val="-11238647"/>
            <a:satOff val="579"/>
            <a:lumOff val="3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1238647"/>
              <a:satOff val="579"/>
              <a:lumOff val="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E3A8D6-3D98-4B98-9884-B7829FB6C86E}">
      <dsp:nvSpPr>
        <dsp:cNvPr id="0" name=""/>
        <dsp:cNvSpPr/>
      </dsp:nvSpPr>
      <dsp:spPr>
        <a:xfrm>
          <a:off x="3502934" y="1517297"/>
          <a:ext cx="55070" cy="104003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-13111753"/>
            <a:satOff val="675"/>
            <a:lumOff val="3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3111753"/>
              <a:satOff val="675"/>
              <a:lumOff val="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C4A228-E517-4009-A547-41DA50DC66CF}">
      <dsp:nvSpPr>
        <dsp:cNvPr id="0" name=""/>
        <dsp:cNvSpPr/>
      </dsp:nvSpPr>
      <dsp:spPr>
        <a:xfrm>
          <a:off x="2730287" y="1352566"/>
          <a:ext cx="410354" cy="410354"/>
        </a:xfrm>
        <a:prstGeom prst="ellipse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accent2">
              <a:hueOff val="-13177148"/>
              <a:satOff val="6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24" tIns="15924" rIns="15924" bIns="1592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3</a:t>
          </a:r>
        </a:p>
      </dsp:txBody>
      <dsp:txXfrm>
        <a:off x="2790382" y="1412661"/>
        <a:ext cx="290164" cy="290164"/>
      </dsp:txXfrm>
    </dsp:sp>
    <dsp:sp modelId="{16D6A97F-C966-45C7-9F90-E096B5D0E6A1}">
      <dsp:nvSpPr>
        <dsp:cNvPr id="0" name=""/>
        <dsp:cNvSpPr/>
      </dsp:nvSpPr>
      <dsp:spPr>
        <a:xfrm>
          <a:off x="2396728" y="1929441"/>
          <a:ext cx="107747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-14984862"/>
            <a:satOff val="772"/>
            <a:lumOff val="4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4984862"/>
              <a:satOff val="772"/>
              <a:lumOff val="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92" tIns="165100" rIns="8499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Build and run the Docker image locally to verify</a:t>
          </a:r>
          <a:endParaRPr lang="en-US" sz="1100" kern="1200"/>
        </a:p>
      </dsp:txBody>
      <dsp:txXfrm>
        <a:off x="2396728" y="2144936"/>
        <a:ext cx="1077474" cy="1750105"/>
      </dsp:txXfrm>
    </dsp:sp>
    <dsp:sp modelId="{5742496A-AC3B-4535-B736-ABB9612AAE4F}">
      <dsp:nvSpPr>
        <dsp:cNvPr id="0" name=""/>
        <dsp:cNvSpPr/>
      </dsp:nvSpPr>
      <dsp:spPr>
        <a:xfrm>
          <a:off x="3593921" y="1557707"/>
          <a:ext cx="538737" cy="72"/>
        </a:xfrm>
        <a:prstGeom prst="rect">
          <a:avLst/>
        </a:prstGeom>
        <a:solidFill>
          <a:schemeClr val="accent2">
            <a:tint val="40000"/>
            <a:alpha val="90000"/>
            <a:hueOff val="-16857969"/>
            <a:satOff val="868"/>
            <a:lumOff val="4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6857969"/>
              <a:satOff val="868"/>
              <a:lumOff val="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A1D16D-E254-4344-AA52-8B8E4B1C7132}">
      <dsp:nvSpPr>
        <dsp:cNvPr id="0" name=""/>
        <dsp:cNvSpPr/>
      </dsp:nvSpPr>
      <dsp:spPr>
        <a:xfrm>
          <a:off x="3927481" y="1352566"/>
          <a:ext cx="410354" cy="410354"/>
        </a:xfrm>
        <a:prstGeom prst="ellipse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24" tIns="15924" rIns="15924" bIns="1592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4</a:t>
          </a:r>
        </a:p>
      </dsp:txBody>
      <dsp:txXfrm>
        <a:off x="3987576" y="1412661"/>
        <a:ext cx="290164" cy="290164"/>
      </dsp:txXfrm>
    </dsp:sp>
    <dsp:sp modelId="{C18340FC-4061-4995-A8AB-5F0022C1FE8A}">
      <dsp:nvSpPr>
        <dsp:cNvPr id="0" name=""/>
        <dsp:cNvSpPr/>
      </dsp:nvSpPr>
      <dsp:spPr>
        <a:xfrm>
          <a:off x="3593921" y="1929441"/>
          <a:ext cx="107747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-20604185"/>
            <a:satOff val="1061"/>
            <a:lumOff val="5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604185"/>
              <a:satOff val="1061"/>
              <a:lumOff val="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92" tIns="165100" rIns="8499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Push code (including Dockerfile) to CodeCommit or GitHub</a:t>
          </a:r>
          <a:endParaRPr lang="en-US" sz="1100" kern="1200"/>
        </a:p>
      </dsp:txBody>
      <dsp:txXfrm>
        <a:off x="3593921" y="2144936"/>
        <a:ext cx="1077474" cy="175010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060CD-BEC0-4465-A29B-8F93B41024B8}">
      <dsp:nvSpPr>
        <dsp:cNvPr id="0" name=""/>
        <dsp:cNvSpPr/>
      </dsp:nvSpPr>
      <dsp:spPr>
        <a:xfrm>
          <a:off x="0" y="4098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AE6F2B-1FE5-435D-9EA8-70DBD36A7DCF}">
      <dsp:nvSpPr>
        <dsp:cNvPr id="0" name=""/>
        <dsp:cNvSpPr/>
      </dsp:nvSpPr>
      <dsp:spPr>
        <a:xfrm>
          <a:off x="264107" y="200542"/>
          <a:ext cx="480194" cy="4801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40D9A4-0EAE-41E7-94BD-5B6BED73C301}">
      <dsp:nvSpPr>
        <dsp:cNvPr id="0" name=""/>
        <dsp:cNvSpPr/>
      </dsp:nvSpPr>
      <dsp:spPr>
        <a:xfrm>
          <a:off x="1008409" y="4098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Create Amazon ECR repository: Console → ECR → Create repository</a:t>
          </a:r>
          <a:endParaRPr lang="en-US" sz="1600" kern="1200"/>
        </a:p>
      </dsp:txBody>
      <dsp:txXfrm>
        <a:off x="1008409" y="4098"/>
        <a:ext cx="3785046" cy="873081"/>
      </dsp:txXfrm>
    </dsp:sp>
    <dsp:sp modelId="{67632D36-F6B9-46A0-A582-C126E40F3A1A}">
      <dsp:nvSpPr>
        <dsp:cNvPr id="0" name=""/>
        <dsp:cNvSpPr/>
      </dsp:nvSpPr>
      <dsp:spPr>
        <a:xfrm>
          <a:off x="0" y="1095450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21BB4-2829-44D0-B4E4-A9E32BCE2370}">
      <dsp:nvSpPr>
        <dsp:cNvPr id="0" name=""/>
        <dsp:cNvSpPr/>
      </dsp:nvSpPr>
      <dsp:spPr>
        <a:xfrm>
          <a:off x="264107" y="1291894"/>
          <a:ext cx="480194" cy="4801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438C25-728F-4E68-A401-89CAE5904FDD}">
      <dsp:nvSpPr>
        <dsp:cNvPr id="0" name=""/>
        <dsp:cNvSpPr/>
      </dsp:nvSpPr>
      <dsp:spPr>
        <a:xfrm>
          <a:off x="1008409" y="1095450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Create ECS task definition: choose Fargate or EC2 launch type</a:t>
          </a:r>
          <a:endParaRPr lang="en-US" sz="1600" kern="1200"/>
        </a:p>
      </dsp:txBody>
      <dsp:txXfrm>
        <a:off x="1008409" y="1095450"/>
        <a:ext cx="3785046" cy="873081"/>
      </dsp:txXfrm>
    </dsp:sp>
    <dsp:sp modelId="{450EF3AC-AB12-473A-9E21-B34104C32F23}">
      <dsp:nvSpPr>
        <dsp:cNvPr id="0" name=""/>
        <dsp:cNvSpPr/>
      </dsp:nvSpPr>
      <dsp:spPr>
        <a:xfrm>
          <a:off x="0" y="2186802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4EE477-E7F0-4908-AACC-11DECFB6C274}">
      <dsp:nvSpPr>
        <dsp:cNvPr id="0" name=""/>
        <dsp:cNvSpPr/>
      </dsp:nvSpPr>
      <dsp:spPr>
        <a:xfrm>
          <a:off x="264107" y="2383246"/>
          <a:ext cx="480194" cy="4801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B325E4-3437-4FE6-9B58-95C18797E5B0}">
      <dsp:nvSpPr>
        <dsp:cNvPr id="0" name=""/>
        <dsp:cNvSpPr/>
      </dsp:nvSpPr>
      <dsp:spPr>
        <a:xfrm>
          <a:off x="1008409" y="2186802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Configure container image, CPU/memory, port mappings, and logging</a:t>
          </a:r>
          <a:endParaRPr lang="en-US" sz="1600" kern="1200"/>
        </a:p>
      </dsp:txBody>
      <dsp:txXfrm>
        <a:off x="1008409" y="2186802"/>
        <a:ext cx="3785046" cy="873081"/>
      </dsp:txXfrm>
    </dsp:sp>
    <dsp:sp modelId="{35FDAC8F-ADB3-45C8-A128-8D2E7FE748C7}">
      <dsp:nvSpPr>
        <dsp:cNvPr id="0" name=""/>
        <dsp:cNvSpPr/>
      </dsp:nvSpPr>
      <dsp:spPr>
        <a:xfrm>
          <a:off x="0" y="3278154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B0D412-3E74-4414-9FAE-5EFA50048CF8}">
      <dsp:nvSpPr>
        <dsp:cNvPr id="0" name=""/>
        <dsp:cNvSpPr/>
      </dsp:nvSpPr>
      <dsp:spPr>
        <a:xfrm>
          <a:off x="264107" y="3474597"/>
          <a:ext cx="480194" cy="4801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96EAA-22EB-49B8-A635-7834BC4CC4F2}">
      <dsp:nvSpPr>
        <dsp:cNvPr id="0" name=""/>
        <dsp:cNvSpPr/>
      </dsp:nvSpPr>
      <dsp:spPr>
        <a:xfrm>
          <a:off x="1008409" y="3278154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Create ECS service: set desired task count and attach to ALB (if needed)</a:t>
          </a:r>
          <a:endParaRPr lang="en-US" sz="1600" kern="1200"/>
        </a:p>
      </dsp:txBody>
      <dsp:txXfrm>
        <a:off x="1008409" y="3278154"/>
        <a:ext cx="3785046" cy="873081"/>
      </dsp:txXfrm>
    </dsp:sp>
    <dsp:sp modelId="{E7256898-60B2-4D82-B442-1BC8E6CBADB9}">
      <dsp:nvSpPr>
        <dsp:cNvPr id="0" name=""/>
        <dsp:cNvSpPr/>
      </dsp:nvSpPr>
      <dsp:spPr>
        <a:xfrm>
          <a:off x="0" y="4369506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C14F08-F04E-4CEB-BC65-A6A06B60FBE3}">
      <dsp:nvSpPr>
        <dsp:cNvPr id="0" name=""/>
        <dsp:cNvSpPr/>
      </dsp:nvSpPr>
      <dsp:spPr>
        <a:xfrm>
          <a:off x="264107" y="4565949"/>
          <a:ext cx="480194" cy="48019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5D5765-17D0-470C-8C9D-37A41FB824B8}">
      <dsp:nvSpPr>
        <dsp:cNvPr id="0" name=""/>
        <dsp:cNvSpPr/>
      </dsp:nvSpPr>
      <dsp:spPr>
        <a:xfrm>
          <a:off x="1008409" y="4369506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Choose deployment type: rolling update or blue/green via CodeDeploy</a:t>
          </a:r>
          <a:endParaRPr lang="en-US" sz="1600" kern="1200"/>
        </a:p>
      </dsp:txBody>
      <dsp:txXfrm>
        <a:off x="1008409" y="4369506"/>
        <a:ext cx="3785046" cy="87308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69277-8C84-4F3B-B53C-594AD38E33C6}">
      <dsp:nvSpPr>
        <dsp:cNvPr id="0" name=""/>
        <dsp:cNvSpPr/>
      </dsp:nvSpPr>
      <dsp:spPr>
        <a:xfrm>
          <a:off x="0" y="299318"/>
          <a:ext cx="4793456" cy="111881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Source: connect to same repository as CodePipeline source</a:t>
          </a:r>
          <a:endParaRPr lang="en-US" sz="2000" kern="1200"/>
        </a:p>
      </dsp:txBody>
      <dsp:txXfrm>
        <a:off x="54616" y="353934"/>
        <a:ext cx="4684224" cy="1009580"/>
      </dsp:txXfrm>
    </dsp:sp>
    <dsp:sp modelId="{6F8493F2-CBE2-40EA-AAF2-948A05EB487E}">
      <dsp:nvSpPr>
        <dsp:cNvPr id="0" name=""/>
        <dsp:cNvSpPr/>
      </dsp:nvSpPr>
      <dsp:spPr>
        <a:xfrm>
          <a:off x="0" y="1475731"/>
          <a:ext cx="4793456" cy="1118812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Environment: managed image (Linux) with privileged mode enabled to build Docker</a:t>
          </a:r>
          <a:endParaRPr lang="en-US" sz="2000" kern="1200"/>
        </a:p>
      </dsp:txBody>
      <dsp:txXfrm>
        <a:off x="54616" y="1530347"/>
        <a:ext cx="4684224" cy="1009580"/>
      </dsp:txXfrm>
    </dsp:sp>
    <dsp:sp modelId="{5694EB5E-A8FA-4475-BB42-873AFF71E993}">
      <dsp:nvSpPr>
        <dsp:cNvPr id="0" name=""/>
        <dsp:cNvSpPr/>
      </dsp:nvSpPr>
      <dsp:spPr>
        <a:xfrm>
          <a:off x="0" y="2652143"/>
          <a:ext cx="4793456" cy="1118812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Service role: IAM role with permissions to read repo and push images to ECR</a:t>
          </a:r>
          <a:endParaRPr lang="en-US" sz="2000" kern="1200"/>
        </a:p>
      </dsp:txBody>
      <dsp:txXfrm>
        <a:off x="54616" y="2706759"/>
        <a:ext cx="4684224" cy="1009580"/>
      </dsp:txXfrm>
    </dsp:sp>
    <dsp:sp modelId="{15C0B851-4E4B-41D1-AF01-7048B8C96DB1}">
      <dsp:nvSpPr>
        <dsp:cNvPr id="0" name=""/>
        <dsp:cNvSpPr/>
      </dsp:nvSpPr>
      <dsp:spPr>
        <a:xfrm>
          <a:off x="0" y="3828556"/>
          <a:ext cx="4793456" cy="1118812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Use buildspec.yml to: log in to ECR, build Docker image, push image, create imagedefinitions.json artifact</a:t>
          </a:r>
          <a:endParaRPr lang="en-US" sz="2000" kern="1200"/>
        </a:p>
      </dsp:txBody>
      <dsp:txXfrm>
        <a:off x="54616" y="3883172"/>
        <a:ext cx="4684224" cy="100958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3354BA-3FC4-480A-8A72-8D3B2180BFF9}">
      <dsp:nvSpPr>
        <dsp:cNvPr id="0" name=""/>
        <dsp:cNvSpPr/>
      </dsp:nvSpPr>
      <dsp:spPr>
        <a:xfrm>
          <a:off x="958691" y="2280"/>
          <a:ext cx="3834764" cy="10004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05" tIns="254103" rIns="74405" bIns="254103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pre_build: authenticate to ECR and set IMAGE_TAG (e.g. commit ID)</a:t>
          </a:r>
        </a:p>
      </dsp:txBody>
      <dsp:txXfrm>
        <a:off x="958691" y="2280"/>
        <a:ext cx="3834764" cy="1000405"/>
      </dsp:txXfrm>
    </dsp:sp>
    <dsp:sp modelId="{5493B38D-1308-4A47-ACFB-D36C6BAB8C0D}">
      <dsp:nvSpPr>
        <dsp:cNvPr id="0" name=""/>
        <dsp:cNvSpPr/>
      </dsp:nvSpPr>
      <dsp:spPr>
        <a:xfrm>
          <a:off x="0" y="2280"/>
          <a:ext cx="958691" cy="10004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731" tIns="98818" rIns="50731" bIns="9881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Authenticate</a:t>
          </a:r>
        </a:p>
      </dsp:txBody>
      <dsp:txXfrm>
        <a:off x="0" y="2280"/>
        <a:ext cx="958691" cy="1000405"/>
      </dsp:txXfrm>
    </dsp:sp>
    <dsp:sp modelId="{19D29C38-A8A8-4514-9297-7A3B55022363}">
      <dsp:nvSpPr>
        <dsp:cNvPr id="0" name=""/>
        <dsp:cNvSpPr/>
      </dsp:nvSpPr>
      <dsp:spPr>
        <a:xfrm>
          <a:off x="958691" y="1062710"/>
          <a:ext cx="3834764" cy="1000405"/>
        </a:xfrm>
        <a:prstGeom prst="rect">
          <a:avLst/>
        </a:prstGeom>
        <a:solidFill>
          <a:schemeClr val="accent2">
            <a:tint val="40000"/>
            <a:alpha val="90000"/>
            <a:hueOff val="-5151046"/>
            <a:satOff val="265"/>
            <a:lumOff val="14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5151046"/>
              <a:satOff val="265"/>
              <a:lumOff val="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05" tIns="254103" rIns="74405" bIns="254103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build: docker build -t REPO_URI:IMAGE_TAG .</a:t>
          </a:r>
        </a:p>
      </dsp:txBody>
      <dsp:txXfrm>
        <a:off x="958691" y="1062710"/>
        <a:ext cx="3834764" cy="1000405"/>
      </dsp:txXfrm>
    </dsp:sp>
    <dsp:sp modelId="{F8EA805E-54E4-44EA-A4F7-374B824CEC10}">
      <dsp:nvSpPr>
        <dsp:cNvPr id="0" name=""/>
        <dsp:cNvSpPr/>
      </dsp:nvSpPr>
      <dsp:spPr>
        <a:xfrm>
          <a:off x="0" y="1062710"/>
          <a:ext cx="958691" cy="1000405"/>
        </a:xfrm>
        <a:prstGeom prst="rect">
          <a:avLst/>
        </a:prstGeom>
        <a:solidFill>
          <a:schemeClr val="accent2">
            <a:hueOff val="-4941430"/>
            <a:satOff val="225"/>
            <a:lumOff val="0"/>
            <a:alphaOff val="0"/>
          </a:schemeClr>
        </a:solidFill>
        <a:ln w="19050" cap="rnd" cmpd="sng" algn="ctr">
          <a:solidFill>
            <a:schemeClr val="accent2">
              <a:hueOff val="-4941430"/>
              <a:satOff val="225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731" tIns="98818" rIns="50731" bIns="9881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Build</a:t>
          </a:r>
        </a:p>
      </dsp:txBody>
      <dsp:txXfrm>
        <a:off x="0" y="1062710"/>
        <a:ext cx="958691" cy="1000405"/>
      </dsp:txXfrm>
    </dsp:sp>
    <dsp:sp modelId="{531F9A82-86B6-4559-B140-9A22ED5B772F}">
      <dsp:nvSpPr>
        <dsp:cNvPr id="0" name=""/>
        <dsp:cNvSpPr/>
      </dsp:nvSpPr>
      <dsp:spPr>
        <a:xfrm>
          <a:off x="958691" y="2123140"/>
          <a:ext cx="3834764" cy="1000405"/>
        </a:xfrm>
        <a:prstGeom prst="rect">
          <a:avLst/>
        </a:prstGeom>
        <a:solidFill>
          <a:schemeClr val="accent2">
            <a:tint val="40000"/>
            <a:alpha val="90000"/>
            <a:hueOff val="-10302092"/>
            <a:satOff val="530"/>
            <a:lumOff val="2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0302092"/>
              <a:satOff val="530"/>
              <a:lumOff val="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05" tIns="254103" rIns="74405" bIns="254103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build: docker push REPO_URI:IMAGE_TAG</a:t>
          </a:r>
        </a:p>
      </dsp:txBody>
      <dsp:txXfrm>
        <a:off x="958691" y="2123140"/>
        <a:ext cx="3834764" cy="1000405"/>
      </dsp:txXfrm>
    </dsp:sp>
    <dsp:sp modelId="{A4B2CF51-A699-4B7E-B2F3-6994CEA77425}">
      <dsp:nvSpPr>
        <dsp:cNvPr id="0" name=""/>
        <dsp:cNvSpPr/>
      </dsp:nvSpPr>
      <dsp:spPr>
        <a:xfrm>
          <a:off x="0" y="2123140"/>
          <a:ext cx="958691" cy="1000405"/>
        </a:xfrm>
        <a:prstGeom prst="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accent2">
              <a:hueOff val="-9882860"/>
              <a:satOff val="45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731" tIns="98818" rIns="50731" bIns="9881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Build</a:t>
          </a:r>
        </a:p>
      </dsp:txBody>
      <dsp:txXfrm>
        <a:off x="0" y="2123140"/>
        <a:ext cx="958691" cy="1000405"/>
      </dsp:txXfrm>
    </dsp:sp>
    <dsp:sp modelId="{0C001FE7-AC6F-40EE-8625-C619AD529CBD}">
      <dsp:nvSpPr>
        <dsp:cNvPr id="0" name=""/>
        <dsp:cNvSpPr/>
      </dsp:nvSpPr>
      <dsp:spPr>
        <a:xfrm>
          <a:off x="958691" y="3183570"/>
          <a:ext cx="3834764" cy="1000405"/>
        </a:xfrm>
        <a:prstGeom prst="rect">
          <a:avLst/>
        </a:prstGeom>
        <a:solidFill>
          <a:schemeClr val="accent2">
            <a:tint val="40000"/>
            <a:alpha val="90000"/>
            <a:hueOff val="-15453138"/>
            <a:satOff val="796"/>
            <a:lumOff val="41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5453138"/>
              <a:satOff val="796"/>
              <a:lumOff val="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05" tIns="254103" rIns="74405" bIns="254103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post_build: generate imagedefinitions.json for ECS deployment</a:t>
          </a:r>
        </a:p>
      </dsp:txBody>
      <dsp:txXfrm>
        <a:off x="958691" y="3183570"/>
        <a:ext cx="3834764" cy="1000405"/>
      </dsp:txXfrm>
    </dsp:sp>
    <dsp:sp modelId="{0C8B71D6-2ADE-43CD-B4CB-342E8B54E7E3}">
      <dsp:nvSpPr>
        <dsp:cNvPr id="0" name=""/>
        <dsp:cNvSpPr/>
      </dsp:nvSpPr>
      <dsp:spPr>
        <a:xfrm>
          <a:off x="0" y="3183570"/>
          <a:ext cx="958691" cy="1000405"/>
        </a:xfrm>
        <a:prstGeom prst="rect">
          <a:avLst/>
        </a:prstGeom>
        <a:solidFill>
          <a:schemeClr val="accent2">
            <a:hueOff val="-14824290"/>
            <a:satOff val="676"/>
            <a:lumOff val="0"/>
            <a:alphaOff val="0"/>
          </a:schemeClr>
        </a:solidFill>
        <a:ln w="19050" cap="rnd" cmpd="sng" algn="ctr">
          <a:solidFill>
            <a:schemeClr val="accent2">
              <a:hueOff val="-14824290"/>
              <a:satOff val="676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731" tIns="98818" rIns="50731" bIns="9881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Post</a:t>
          </a:r>
        </a:p>
      </dsp:txBody>
      <dsp:txXfrm>
        <a:off x="0" y="3183570"/>
        <a:ext cx="958691" cy="1000405"/>
      </dsp:txXfrm>
    </dsp:sp>
    <dsp:sp modelId="{3E271834-D658-4037-B3DB-F19F17D27C7F}">
      <dsp:nvSpPr>
        <dsp:cNvPr id="0" name=""/>
        <dsp:cNvSpPr/>
      </dsp:nvSpPr>
      <dsp:spPr>
        <a:xfrm>
          <a:off x="958691" y="4244001"/>
          <a:ext cx="3834764" cy="1000405"/>
        </a:xfrm>
        <a:prstGeom prst="rect">
          <a:avLst/>
        </a:prstGeom>
        <a:solidFill>
          <a:schemeClr val="accent2">
            <a:tint val="40000"/>
            <a:alpha val="90000"/>
            <a:hueOff val="-20604185"/>
            <a:satOff val="1061"/>
            <a:lumOff val="5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604185"/>
              <a:satOff val="1061"/>
              <a:lumOff val="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05" tIns="254103" rIns="74405" bIns="254103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artifacts: output imagedefinitions.json for CodePipeline deploy stage</a:t>
          </a:r>
        </a:p>
      </dsp:txBody>
      <dsp:txXfrm>
        <a:off x="958691" y="4244001"/>
        <a:ext cx="3834764" cy="1000405"/>
      </dsp:txXfrm>
    </dsp:sp>
    <dsp:sp modelId="{F3DFB920-F28C-4DA1-B368-2162540D0A9F}">
      <dsp:nvSpPr>
        <dsp:cNvPr id="0" name=""/>
        <dsp:cNvSpPr/>
      </dsp:nvSpPr>
      <dsp:spPr>
        <a:xfrm>
          <a:off x="0" y="4244001"/>
          <a:ext cx="958691" cy="1000405"/>
        </a:xfrm>
        <a:prstGeom prst="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731" tIns="98818" rIns="50731" bIns="9881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Output</a:t>
          </a:r>
        </a:p>
      </dsp:txBody>
      <dsp:txXfrm>
        <a:off x="0" y="4244001"/>
        <a:ext cx="958691" cy="100040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1AFC50-C616-4408-A318-1AC4B7DB9E45}">
      <dsp:nvSpPr>
        <dsp:cNvPr id="0" name=""/>
        <dsp:cNvSpPr/>
      </dsp:nvSpPr>
      <dsp:spPr>
        <a:xfrm>
          <a:off x="0" y="4098"/>
          <a:ext cx="4793456" cy="87308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93863A-22B9-4A31-8AB6-E0098B289A0D}">
      <dsp:nvSpPr>
        <dsp:cNvPr id="0" name=""/>
        <dsp:cNvSpPr/>
      </dsp:nvSpPr>
      <dsp:spPr>
        <a:xfrm>
          <a:off x="264107" y="200542"/>
          <a:ext cx="480194" cy="4801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F4C63-51BD-4A99-BA4A-29A438DC9798}">
      <dsp:nvSpPr>
        <dsp:cNvPr id="0" name=""/>
        <dsp:cNvSpPr/>
      </dsp:nvSpPr>
      <dsp:spPr>
        <a:xfrm>
          <a:off x="1008409" y="4098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Create pipeline: give it a name (e.g. myapp-ecs-pipeline)</a:t>
          </a:r>
          <a:endParaRPr lang="en-US" sz="1600" kern="1200"/>
        </a:p>
      </dsp:txBody>
      <dsp:txXfrm>
        <a:off x="1008409" y="4098"/>
        <a:ext cx="3785046" cy="873081"/>
      </dsp:txXfrm>
    </dsp:sp>
    <dsp:sp modelId="{31DD619E-ED4E-4A26-A105-8FAD52C15232}">
      <dsp:nvSpPr>
        <dsp:cNvPr id="0" name=""/>
        <dsp:cNvSpPr/>
      </dsp:nvSpPr>
      <dsp:spPr>
        <a:xfrm>
          <a:off x="0" y="1095450"/>
          <a:ext cx="4793456" cy="87308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18083-7326-429F-B995-3B0736511BB2}">
      <dsp:nvSpPr>
        <dsp:cNvPr id="0" name=""/>
        <dsp:cNvSpPr/>
      </dsp:nvSpPr>
      <dsp:spPr>
        <a:xfrm>
          <a:off x="264107" y="1291894"/>
          <a:ext cx="480194" cy="4801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05AFA-7FC6-4BE7-932C-1678FA935DBF}">
      <dsp:nvSpPr>
        <dsp:cNvPr id="0" name=""/>
        <dsp:cNvSpPr/>
      </dsp:nvSpPr>
      <dsp:spPr>
        <a:xfrm>
          <a:off x="1008409" y="1095450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Source stage: CodeCommit/GitHub; trigger on repository changes</a:t>
          </a:r>
          <a:endParaRPr lang="en-US" sz="1600" kern="1200"/>
        </a:p>
      </dsp:txBody>
      <dsp:txXfrm>
        <a:off x="1008409" y="1095450"/>
        <a:ext cx="3785046" cy="873081"/>
      </dsp:txXfrm>
    </dsp:sp>
    <dsp:sp modelId="{88D9CB69-5318-44A2-9C41-561818B38657}">
      <dsp:nvSpPr>
        <dsp:cNvPr id="0" name=""/>
        <dsp:cNvSpPr/>
      </dsp:nvSpPr>
      <dsp:spPr>
        <a:xfrm>
          <a:off x="0" y="2186802"/>
          <a:ext cx="4793456" cy="87308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6A0CF0-2C09-4622-8FA9-438445F404F1}">
      <dsp:nvSpPr>
        <dsp:cNvPr id="0" name=""/>
        <dsp:cNvSpPr/>
      </dsp:nvSpPr>
      <dsp:spPr>
        <a:xfrm>
          <a:off x="264107" y="2383246"/>
          <a:ext cx="480194" cy="4801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361AC-7E56-4EC9-A8B0-0F7CE8F8BC10}">
      <dsp:nvSpPr>
        <dsp:cNvPr id="0" name=""/>
        <dsp:cNvSpPr/>
      </dsp:nvSpPr>
      <dsp:spPr>
        <a:xfrm>
          <a:off x="1008409" y="2186802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Build stage: connect to CodeBuild project that builds and pushes Docker image</a:t>
          </a:r>
          <a:endParaRPr lang="en-US" sz="1600" kern="1200"/>
        </a:p>
      </dsp:txBody>
      <dsp:txXfrm>
        <a:off x="1008409" y="2186802"/>
        <a:ext cx="3785046" cy="873081"/>
      </dsp:txXfrm>
    </dsp:sp>
    <dsp:sp modelId="{86E7D017-4E37-48A7-AF6C-BC64F9C185AE}">
      <dsp:nvSpPr>
        <dsp:cNvPr id="0" name=""/>
        <dsp:cNvSpPr/>
      </dsp:nvSpPr>
      <dsp:spPr>
        <a:xfrm>
          <a:off x="0" y="3278154"/>
          <a:ext cx="4793456" cy="87308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906D55-AE7A-4133-AFD2-F90819B5D61E}">
      <dsp:nvSpPr>
        <dsp:cNvPr id="0" name=""/>
        <dsp:cNvSpPr/>
      </dsp:nvSpPr>
      <dsp:spPr>
        <a:xfrm>
          <a:off x="264107" y="3474597"/>
          <a:ext cx="480194" cy="4801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C751A5-79AF-452A-8199-9B78BC907B74}">
      <dsp:nvSpPr>
        <dsp:cNvPr id="0" name=""/>
        <dsp:cNvSpPr/>
      </dsp:nvSpPr>
      <dsp:spPr>
        <a:xfrm>
          <a:off x="1008409" y="3278154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Deploy stage: use Amazon ECS action</a:t>
          </a:r>
          <a:endParaRPr lang="en-US" sz="1600" kern="1200"/>
        </a:p>
      </dsp:txBody>
      <dsp:txXfrm>
        <a:off x="1008409" y="3278154"/>
        <a:ext cx="3785046" cy="873081"/>
      </dsp:txXfrm>
    </dsp:sp>
    <dsp:sp modelId="{4D395F0B-97C1-4525-A800-257A61EA7860}">
      <dsp:nvSpPr>
        <dsp:cNvPr id="0" name=""/>
        <dsp:cNvSpPr/>
      </dsp:nvSpPr>
      <dsp:spPr>
        <a:xfrm>
          <a:off x="0" y="4369506"/>
          <a:ext cx="4793456" cy="8730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2CFF2A-1C68-4377-A56E-B942E42DD486}">
      <dsp:nvSpPr>
        <dsp:cNvPr id="0" name=""/>
        <dsp:cNvSpPr/>
      </dsp:nvSpPr>
      <dsp:spPr>
        <a:xfrm>
          <a:off x="264107" y="4565949"/>
          <a:ext cx="480194" cy="48019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7BA0DD-FA99-445A-890F-3BD26BF0435E}">
      <dsp:nvSpPr>
        <dsp:cNvPr id="0" name=""/>
        <dsp:cNvSpPr/>
      </dsp:nvSpPr>
      <dsp:spPr>
        <a:xfrm>
          <a:off x="1008409" y="4369506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Configure ECS action: cluster name, service name, and imagedefinitions.json file</a:t>
          </a:r>
          <a:endParaRPr lang="en-US" sz="1600" kern="1200"/>
        </a:p>
      </dsp:txBody>
      <dsp:txXfrm>
        <a:off x="1008409" y="4369506"/>
        <a:ext cx="3785046" cy="87308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D1F06F-DA9F-4F84-9CF1-0BFF5C4FFE86}">
      <dsp:nvSpPr>
        <dsp:cNvPr id="0" name=""/>
        <dsp:cNvSpPr/>
      </dsp:nvSpPr>
      <dsp:spPr>
        <a:xfrm>
          <a:off x="0" y="4098"/>
          <a:ext cx="4793456" cy="87308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8F00DA-90C5-454F-B0DD-4594B05E1414}">
      <dsp:nvSpPr>
        <dsp:cNvPr id="0" name=""/>
        <dsp:cNvSpPr/>
      </dsp:nvSpPr>
      <dsp:spPr>
        <a:xfrm>
          <a:off x="264107" y="200542"/>
          <a:ext cx="480194" cy="4801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8CF16-306F-4B53-A184-A064437000A9}">
      <dsp:nvSpPr>
        <dsp:cNvPr id="0" name=""/>
        <dsp:cNvSpPr/>
      </dsp:nvSpPr>
      <dsp:spPr>
        <a:xfrm>
          <a:off x="1008409" y="4098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Create CodeDeploy application and deployment group for ECS</a:t>
          </a:r>
          <a:endParaRPr lang="en-US" sz="1600" kern="1200"/>
        </a:p>
      </dsp:txBody>
      <dsp:txXfrm>
        <a:off x="1008409" y="4098"/>
        <a:ext cx="3785046" cy="873081"/>
      </dsp:txXfrm>
    </dsp:sp>
    <dsp:sp modelId="{B614D74F-BFFA-436E-9945-C0A3E64EB66A}">
      <dsp:nvSpPr>
        <dsp:cNvPr id="0" name=""/>
        <dsp:cNvSpPr/>
      </dsp:nvSpPr>
      <dsp:spPr>
        <a:xfrm>
          <a:off x="0" y="1095450"/>
          <a:ext cx="4793456" cy="87308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897005-584D-4429-8514-3B6FEA795BAE}">
      <dsp:nvSpPr>
        <dsp:cNvPr id="0" name=""/>
        <dsp:cNvSpPr/>
      </dsp:nvSpPr>
      <dsp:spPr>
        <a:xfrm>
          <a:off x="264107" y="1291894"/>
          <a:ext cx="480194" cy="4801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D4132E-744D-4443-877C-AACE4B443769}">
      <dsp:nvSpPr>
        <dsp:cNvPr id="0" name=""/>
        <dsp:cNvSpPr/>
      </dsp:nvSpPr>
      <dsp:spPr>
        <a:xfrm>
          <a:off x="1008409" y="1095450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Define appspec.yaml and taskdef.json in the repository or S3</a:t>
          </a:r>
          <a:endParaRPr lang="en-US" sz="1600" kern="1200"/>
        </a:p>
      </dsp:txBody>
      <dsp:txXfrm>
        <a:off x="1008409" y="1095450"/>
        <a:ext cx="3785046" cy="873081"/>
      </dsp:txXfrm>
    </dsp:sp>
    <dsp:sp modelId="{B748DCE3-C7ED-44F9-9705-ECF0B9E4A110}">
      <dsp:nvSpPr>
        <dsp:cNvPr id="0" name=""/>
        <dsp:cNvSpPr/>
      </dsp:nvSpPr>
      <dsp:spPr>
        <a:xfrm>
          <a:off x="0" y="2186802"/>
          <a:ext cx="4793456" cy="87308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E69328-7ECD-4170-B87E-9CFE9450315B}">
      <dsp:nvSpPr>
        <dsp:cNvPr id="0" name=""/>
        <dsp:cNvSpPr/>
      </dsp:nvSpPr>
      <dsp:spPr>
        <a:xfrm>
          <a:off x="264107" y="2383246"/>
          <a:ext cx="480194" cy="4801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68C552-FDD7-4BC9-9499-C01D3A1BB31E}">
      <dsp:nvSpPr>
        <dsp:cNvPr id="0" name=""/>
        <dsp:cNvSpPr/>
      </dsp:nvSpPr>
      <dsp:spPr>
        <a:xfrm>
          <a:off x="1008409" y="2186802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In CodePipeline, add a Deploy stage with CodeDeploy (ECS Blue/Green) provider</a:t>
          </a:r>
          <a:endParaRPr lang="en-US" sz="1600" kern="1200"/>
        </a:p>
      </dsp:txBody>
      <dsp:txXfrm>
        <a:off x="1008409" y="2186802"/>
        <a:ext cx="3785046" cy="873081"/>
      </dsp:txXfrm>
    </dsp:sp>
    <dsp:sp modelId="{B00019D9-2738-4B6B-9848-48CB1179C794}">
      <dsp:nvSpPr>
        <dsp:cNvPr id="0" name=""/>
        <dsp:cNvSpPr/>
      </dsp:nvSpPr>
      <dsp:spPr>
        <a:xfrm>
          <a:off x="0" y="3278154"/>
          <a:ext cx="4793456" cy="87308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BF204C-494D-421E-A8E9-ED7D4B5EF601}">
      <dsp:nvSpPr>
        <dsp:cNvPr id="0" name=""/>
        <dsp:cNvSpPr/>
      </dsp:nvSpPr>
      <dsp:spPr>
        <a:xfrm>
          <a:off x="264107" y="3474597"/>
          <a:ext cx="480194" cy="4801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D5677-77CB-49BA-B21D-316B6CE8866D}">
      <dsp:nvSpPr>
        <dsp:cNvPr id="0" name=""/>
        <dsp:cNvSpPr/>
      </dsp:nvSpPr>
      <dsp:spPr>
        <a:xfrm>
          <a:off x="1008409" y="3278154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Configure target groups, ALB, and listeners for blue/green deployment</a:t>
          </a:r>
          <a:endParaRPr lang="en-US" sz="1600" kern="1200"/>
        </a:p>
      </dsp:txBody>
      <dsp:txXfrm>
        <a:off x="1008409" y="3278154"/>
        <a:ext cx="3785046" cy="873081"/>
      </dsp:txXfrm>
    </dsp:sp>
    <dsp:sp modelId="{3E5D927E-82A3-440F-8EA7-E643386531D2}">
      <dsp:nvSpPr>
        <dsp:cNvPr id="0" name=""/>
        <dsp:cNvSpPr/>
      </dsp:nvSpPr>
      <dsp:spPr>
        <a:xfrm>
          <a:off x="0" y="4369506"/>
          <a:ext cx="4793456" cy="8730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95C11E-C4B5-445A-9FB4-7B6730A1D69B}">
      <dsp:nvSpPr>
        <dsp:cNvPr id="0" name=""/>
        <dsp:cNvSpPr/>
      </dsp:nvSpPr>
      <dsp:spPr>
        <a:xfrm>
          <a:off x="264107" y="4565949"/>
          <a:ext cx="480194" cy="48019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255338-B0B0-4381-96ED-60BB00D11217}">
      <dsp:nvSpPr>
        <dsp:cNvPr id="0" name=""/>
        <dsp:cNvSpPr/>
      </dsp:nvSpPr>
      <dsp:spPr>
        <a:xfrm>
          <a:off x="1008409" y="4369506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Gain safer deployments with easy rollback and traffic shifting</a:t>
          </a:r>
          <a:endParaRPr lang="en-US" sz="1600" kern="1200"/>
        </a:p>
      </dsp:txBody>
      <dsp:txXfrm>
        <a:off x="1008409" y="4369506"/>
        <a:ext cx="3785046" cy="87308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138F62-1BB0-429A-B494-39DE7C235C84}">
      <dsp:nvSpPr>
        <dsp:cNvPr id="0" name=""/>
        <dsp:cNvSpPr/>
      </dsp:nvSpPr>
      <dsp:spPr>
        <a:xfrm>
          <a:off x="2147835" y="794261"/>
          <a:ext cx="4635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584" y="4572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67273" y="837510"/>
        <a:ext cx="24709" cy="4941"/>
      </dsp:txXfrm>
    </dsp:sp>
    <dsp:sp modelId="{8F1AA252-D84A-458F-8773-DF3E4EC96B52}">
      <dsp:nvSpPr>
        <dsp:cNvPr id="0" name=""/>
        <dsp:cNvSpPr/>
      </dsp:nvSpPr>
      <dsp:spPr>
        <a:xfrm>
          <a:off x="1006" y="195392"/>
          <a:ext cx="2148629" cy="12891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85" tIns="110515" rIns="105285" bIns="11051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Push a new commit to trigger the pipeline</a:t>
          </a:r>
          <a:endParaRPr lang="en-US" sz="1500" kern="1200"/>
        </a:p>
      </dsp:txBody>
      <dsp:txXfrm>
        <a:off x="1006" y="195392"/>
        <a:ext cx="2148629" cy="1289177"/>
      </dsp:txXfrm>
    </dsp:sp>
    <dsp:sp modelId="{A9037803-86D2-415B-BD61-B5996445EB30}">
      <dsp:nvSpPr>
        <dsp:cNvPr id="0" name=""/>
        <dsp:cNvSpPr/>
      </dsp:nvSpPr>
      <dsp:spPr>
        <a:xfrm>
          <a:off x="1075321" y="1482770"/>
          <a:ext cx="2642813" cy="463584"/>
        </a:xfrm>
        <a:custGeom>
          <a:avLst/>
          <a:gdLst/>
          <a:ahLst/>
          <a:cxnLst/>
          <a:rect l="0" t="0" r="0" b="0"/>
          <a:pathLst>
            <a:path>
              <a:moveTo>
                <a:pt x="2642813" y="0"/>
              </a:moveTo>
              <a:lnTo>
                <a:pt x="2642813" y="248892"/>
              </a:lnTo>
              <a:lnTo>
                <a:pt x="0" y="248892"/>
              </a:lnTo>
              <a:lnTo>
                <a:pt x="0" y="463584"/>
              </a:lnTo>
            </a:path>
          </a:pathLst>
        </a:custGeom>
        <a:noFill/>
        <a:ln w="9525" cap="rnd" cmpd="sng" algn="ctr">
          <a:solidFill>
            <a:schemeClr val="accent2">
              <a:hueOff val="-6588574"/>
              <a:satOff val="30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29512" y="1712091"/>
        <a:ext cx="134431" cy="4941"/>
      </dsp:txXfrm>
    </dsp:sp>
    <dsp:sp modelId="{85E302B6-C340-4CB2-A089-176A7A0A7CCC}">
      <dsp:nvSpPr>
        <dsp:cNvPr id="0" name=""/>
        <dsp:cNvSpPr/>
      </dsp:nvSpPr>
      <dsp:spPr>
        <a:xfrm>
          <a:off x="2643820" y="195392"/>
          <a:ext cx="2148629" cy="1289177"/>
        </a:xfrm>
        <a:prstGeom prst="rect">
          <a:avLst/>
        </a:prstGeom>
        <a:solidFill>
          <a:schemeClr val="accent2">
            <a:hueOff val="-4941430"/>
            <a:satOff val="225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85" tIns="110515" rIns="105285" bIns="11051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Verify all stages: Source → Build → Deploy succeed</a:t>
          </a:r>
          <a:endParaRPr lang="en-US" sz="1500" kern="1200"/>
        </a:p>
      </dsp:txBody>
      <dsp:txXfrm>
        <a:off x="2643820" y="195392"/>
        <a:ext cx="2148629" cy="1289177"/>
      </dsp:txXfrm>
    </dsp:sp>
    <dsp:sp modelId="{00B617F0-A3DE-4787-820B-EB9EE2932CDF}">
      <dsp:nvSpPr>
        <dsp:cNvPr id="0" name=""/>
        <dsp:cNvSpPr/>
      </dsp:nvSpPr>
      <dsp:spPr>
        <a:xfrm>
          <a:off x="2147835" y="2577623"/>
          <a:ext cx="4635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584" y="45720"/>
              </a:lnTo>
            </a:path>
          </a:pathLst>
        </a:custGeom>
        <a:noFill/>
        <a:ln w="9525" cap="rnd" cmpd="sng" algn="ctr">
          <a:solidFill>
            <a:schemeClr val="accent2">
              <a:hueOff val="-13177148"/>
              <a:satOff val="601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67273" y="2620872"/>
        <a:ext cx="24709" cy="4941"/>
      </dsp:txXfrm>
    </dsp:sp>
    <dsp:sp modelId="{F3A8FD5D-5DA1-45EB-8D43-6E3A96050B5A}">
      <dsp:nvSpPr>
        <dsp:cNvPr id="0" name=""/>
        <dsp:cNvSpPr/>
      </dsp:nvSpPr>
      <dsp:spPr>
        <a:xfrm>
          <a:off x="1006" y="1978754"/>
          <a:ext cx="2148629" cy="1289177"/>
        </a:xfrm>
        <a:prstGeom prst="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85" tIns="110515" rIns="105285" bIns="11051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Check Amazon ECR for new image tag</a:t>
          </a:r>
          <a:endParaRPr lang="en-US" sz="1500" kern="1200"/>
        </a:p>
      </dsp:txBody>
      <dsp:txXfrm>
        <a:off x="1006" y="1978754"/>
        <a:ext cx="2148629" cy="1289177"/>
      </dsp:txXfrm>
    </dsp:sp>
    <dsp:sp modelId="{D38C52F8-858C-4DA4-A9FA-D8141550645A}">
      <dsp:nvSpPr>
        <dsp:cNvPr id="0" name=""/>
        <dsp:cNvSpPr/>
      </dsp:nvSpPr>
      <dsp:spPr>
        <a:xfrm>
          <a:off x="1075321" y="3266132"/>
          <a:ext cx="2642813" cy="463584"/>
        </a:xfrm>
        <a:custGeom>
          <a:avLst/>
          <a:gdLst/>
          <a:ahLst/>
          <a:cxnLst/>
          <a:rect l="0" t="0" r="0" b="0"/>
          <a:pathLst>
            <a:path>
              <a:moveTo>
                <a:pt x="2642813" y="0"/>
              </a:moveTo>
              <a:lnTo>
                <a:pt x="2642813" y="248892"/>
              </a:lnTo>
              <a:lnTo>
                <a:pt x="0" y="248892"/>
              </a:lnTo>
              <a:lnTo>
                <a:pt x="0" y="463584"/>
              </a:lnTo>
            </a:path>
          </a:pathLst>
        </a:custGeom>
        <a:noFill/>
        <a:ln w="9525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29512" y="3495453"/>
        <a:ext cx="134431" cy="4941"/>
      </dsp:txXfrm>
    </dsp:sp>
    <dsp:sp modelId="{30E739BF-7815-4727-BF40-63690566F6F5}">
      <dsp:nvSpPr>
        <dsp:cNvPr id="0" name=""/>
        <dsp:cNvSpPr/>
      </dsp:nvSpPr>
      <dsp:spPr>
        <a:xfrm>
          <a:off x="2643820" y="1978754"/>
          <a:ext cx="2148629" cy="1289177"/>
        </a:xfrm>
        <a:prstGeom prst="rect">
          <a:avLst/>
        </a:prstGeom>
        <a:solidFill>
          <a:schemeClr val="accent2">
            <a:hueOff val="-14824290"/>
            <a:satOff val="676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85" tIns="110515" rIns="105285" bIns="11051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Verify ECS service is running new tasks with updated image</a:t>
          </a:r>
          <a:endParaRPr lang="en-US" sz="1500" kern="1200"/>
        </a:p>
      </dsp:txBody>
      <dsp:txXfrm>
        <a:off x="2643820" y="1978754"/>
        <a:ext cx="2148629" cy="1289177"/>
      </dsp:txXfrm>
    </dsp:sp>
    <dsp:sp modelId="{49C378A5-165E-47FE-9C8F-86DF202EDDFB}">
      <dsp:nvSpPr>
        <dsp:cNvPr id="0" name=""/>
        <dsp:cNvSpPr/>
      </dsp:nvSpPr>
      <dsp:spPr>
        <a:xfrm>
          <a:off x="1006" y="3762116"/>
          <a:ext cx="2148629" cy="1289177"/>
        </a:xfrm>
        <a:prstGeom prst="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85" tIns="110515" rIns="105285" bIns="11051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Test application via ALB DNS/URL and review CloudWatch logs for issues</a:t>
          </a:r>
          <a:endParaRPr lang="en-US" sz="1500" kern="1200"/>
        </a:p>
      </dsp:txBody>
      <dsp:txXfrm>
        <a:off x="1006" y="3762116"/>
        <a:ext cx="2148629" cy="1289177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48D438-7474-4F52-996B-8A516D02B4DC}">
      <dsp:nvSpPr>
        <dsp:cNvPr id="0" name=""/>
        <dsp:cNvSpPr/>
      </dsp:nvSpPr>
      <dsp:spPr>
        <a:xfrm>
          <a:off x="958691" y="640"/>
          <a:ext cx="3834764" cy="8326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05" tIns="211481" rIns="74405" bIns="21148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 separate environments (dev, test, prod) with separate ECS services and pipelines</a:t>
          </a:r>
        </a:p>
      </dsp:txBody>
      <dsp:txXfrm>
        <a:off x="958691" y="640"/>
        <a:ext cx="3834764" cy="832604"/>
      </dsp:txXfrm>
    </dsp:sp>
    <dsp:sp modelId="{9AE00392-BB2A-45AF-8E5B-D620D58E5E6C}">
      <dsp:nvSpPr>
        <dsp:cNvPr id="0" name=""/>
        <dsp:cNvSpPr/>
      </dsp:nvSpPr>
      <dsp:spPr>
        <a:xfrm>
          <a:off x="0" y="640"/>
          <a:ext cx="958691" cy="8326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731" tIns="82243" rIns="50731" bIns="8224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</a:t>
          </a:r>
        </a:p>
      </dsp:txBody>
      <dsp:txXfrm>
        <a:off x="0" y="640"/>
        <a:ext cx="958691" cy="832604"/>
      </dsp:txXfrm>
    </dsp:sp>
    <dsp:sp modelId="{ED10D190-BDE3-41D3-BBB2-E9169830CA79}">
      <dsp:nvSpPr>
        <dsp:cNvPr id="0" name=""/>
        <dsp:cNvSpPr/>
      </dsp:nvSpPr>
      <dsp:spPr>
        <a:xfrm>
          <a:off x="958691" y="883200"/>
          <a:ext cx="3834764" cy="832604"/>
        </a:xfrm>
        <a:prstGeom prst="rect">
          <a:avLst/>
        </a:prstGeom>
        <a:solidFill>
          <a:schemeClr val="accent2">
            <a:tint val="40000"/>
            <a:alpha val="90000"/>
            <a:hueOff val="-4120837"/>
            <a:satOff val="212"/>
            <a:lumOff val="11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120837"/>
              <a:satOff val="212"/>
              <a:lumOff val="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05" tIns="211481" rIns="74405" bIns="21148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Apply IAM least privilege for CodeBuild, CodePipeline, and CodeDeploy roles</a:t>
          </a:r>
        </a:p>
      </dsp:txBody>
      <dsp:txXfrm>
        <a:off x="958691" y="883200"/>
        <a:ext cx="3834764" cy="832604"/>
      </dsp:txXfrm>
    </dsp:sp>
    <dsp:sp modelId="{5DCAFECC-B742-44CB-B599-4C5383DABA68}">
      <dsp:nvSpPr>
        <dsp:cNvPr id="0" name=""/>
        <dsp:cNvSpPr/>
      </dsp:nvSpPr>
      <dsp:spPr>
        <a:xfrm>
          <a:off x="0" y="883200"/>
          <a:ext cx="958691" cy="832604"/>
        </a:xfrm>
        <a:prstGeom prst="rect">
          <a:avLst/>
        </a:prstGeom>
        <a:solidFill>
          <a:schemeClr val="accent2">
            <a:hueOff val="-3953144"/>
            <a:satOff val="180"/>
            <a:lumOff val="0"/>
            <a:alphaOff val="0"/>
          </a:schemeClr>
        </a:solidFill>
        <a:ln w="19050" cap="rnd" cmpd="sng" algn="ctr">
          <a:solidFill>
            <a:schemeClr val="accent2">
              <a:hueOff val="-3953144"/>
              <a:satOff val="18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731" tIns="82243" rIns="50731" bIns="8224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Apply</a:t>
          </a:r>
        </a:p>
      </dsp:txBody>
      <dsp:txXfrm>
        <a:off x="0" y="883200"/>
        <a:ext cx="958691" cy="832604"/>
      </dsp:txXfrm>
    </dsp:sp>
    <dsp:sp modelId="{87B3717E-114D-4703-AA3F-C7A0C383B4B0}">
      <dsp:nvSpPr>
        <dsp:cNvPr id="0" name=""/>
        <dsp:cNvSpPr/>
      </dsp:nvSpPr>
      <dsp:spPr>
        <a:xfrm>
          <a:off x="958691" y="1765761"/>
          <a:ext cx="3834764" cy="832604"/>
        </a:xfrm>
        <a:prstGeom prst="rect">
          <a:avLst/>
        </a:prstGeom>
        <a:solidFill>
          <a:schemeClr val="accent2">
            <a:tint val="40000"/>
            <a:alpha val="90000"/>
            <a:hueOff val="-8241674"/>
            <a:satOff val="424"/>
            <a:lumOff val="22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8241674"/>
              <a:satOff val="424"/>
              <a:lumOff val="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05" tIns="211481" rIns="74405" bIns="21148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Add unit/integration tests in CodeBuild to fail fast on bad builds</a:t>
          </a:r>
        </a:p>
      </dsp:txBody>
      <dsp:txXfrm>
        <a:off x="958691" y="1765761"/>
        <a:ext cx="3834764" cy="832604"/>
      </dsp:txXfrm>
    </dsp:sp>
    <dsp:sp modelId="{CB670554-E0B1-43C2-826C-91BA9237DE08}">
      <dsp:nvSpPr>
        <dsp:cNvPr id="0" name=""/>
        <dsp:cNvSpPr/>
      </dsp:nvSpPr>
      <dsp:spPr>
        <a:xfrm>
          <a:off x="0" y="1765761"/>
          <a:ext cx="958691" cy="832604"/>
        </a:xfrm>
        <a:prstGeom prst="rect">
          <a:avLst/>
        </a:prstGeom>
        <a:solidFill>
          <a:schemeClr val="accent2">
            <a:hueOff val="-7906288"/>
            <a:satOff val="360"/>
            <a:lumOff val="0"/>
            <a:alphaOff val="0"/>
          </a:schemeClr>
        </a:solidFill>
        <a:ln w="19050" cap="rnd" cmpd="sng" algn="ctr">
          <a:solidFill>
            <a:schemeClr val="accent2">
              <a:hueOff val="-7906288"/>
              <a:satOff val="36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731" tIns="82243" rIns="50731" bIns="8224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Add</a:t>
          </a:r>
        </a:p>
      </dsp:txBody>
      <dsp:txXfrm>
        <a:off x="0" y="1765761"/>
        <a:ext cx="958691" cy="832604"/>
      </dsp:txXfrm>
    </dsp:sp>
    <dsp:sp modelId="{31C647FA-AC34-489E-B8EC-8067C882FB32}">
      <dsp:nvSpPr>
        <dsp:cNvPr id="0" name=""/>
        <dsp:cNvSpPr/>
      </dsp:nvSpPr>
      <dsp:spPr>
        <a:xfrm>
          <a:off x="958691" y="2648321"/>
          <a:ext cx="3834764" cy="832604"/>
        </a:xfrm>
        <a:prstGeom prst="rect">
          <a:avLst/>
        </a:prstGeom>
        <a:solidFill>
          <a:schemeClr val="accent2">
            <a:tint val="40000"/>
            <a:alpha val="90000"/>
            <a:hueOff val="-12362511"/>
            <a:satOff val="637"/>
            <a:lumOff val="33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2362511"/>
              <a:satOff val="637"/>
              <a:lumOff val="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05" tIns="211481" rIns="74405" bIns="21148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Enable CloudWatch alarms and SNS notifications for pipeline failures</a:t>
          </a:r>
        </a:p>
      </dsp:txBody>
      <dsp:txXfrm>
        <a:off x="958691" y="2648321"/>
        <a:ext cx="3834764" cy="832604"/>
      </dsp:txXfrm>
    </dsp:sp>
    <dsp:sp modelId="{055209A7-18D9-4C21-B386-5EFF62F8F966}">
      <dsp:nvSpPr>
        <dsp:cNvPr id="0" name=""/>
        <dsp:cNvSpPr/>
      </dsp:nvSpPr>
      <dsp:spPr>
        <a:xfrm>
          <a:off x="0" y="2648321"/>
          <a:ext cx="958691" cy="832604"/>
        </a:xfrm>
        <a:prstGeom prst="rect">
          <a:avLst/>
        </a:prstGeom>
        <a:solidFill>
          <a:schemeClr val="accent2">
            <a:hueOff val="-11859433"/>
            <a:satOff val="541"/>
            <a:lumOff val="0"/>
            <a:alphaOff val="0"/>
          </a:schemeClr>
        </a:solidFill>
        <a:ln w="19050" cap="rnd" cmpd="sng" algn="ctr">
          <a:solidFill>
            <a:schemeClr val="accent2">
              <a:hueOff val="-11859433"/>
              <a:satOff val="54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731" tIns="82243" rIns="50731" bIns="8224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Enable</a:t>
          </a:r>
        </a:p>
      </dsp:txBody>
      <dsp:txXfrm>
        <a:off x="0" y="2648321"/>
        <a:ext cx="958691" cy="832604"/>
      </dsp:txXfrm>
    </dsp:sp>
    <dsp:sp modelId="{D22EDFBB-695A-426A-8AA2-2C5992D4EC2C}">
      <dsp:nvSpPr>
        <dsp:cNvPr id="0" name=""/>
        <dsp:cNvSpPr/>
      </dsp:nvSpPr>
      <dsp:spPr>
        <a:xfrm>
          <a:off x="958691" y="3530882"/>
          <a:ext cx="3834764" cy="832604"/>
        </a:xfrm>
        <a:prstGeom prst="rect">
          <a:avLst/>
        </a:prstGeom>
        <a:solidFill>
          <a:schemeClr val="accent2">
            <a:tint val="40000"/>
            <a:alpha val="90000"/>
            <a:hueOff val="-16483348"/>
            <a:satOff val="849"/>
            <a:lumOff val="44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6483348"/>
              <a:satOff val="849"/>
              <a:lumOff val="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05" tIns="211481" rIns="74405" bIns="21148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 AWS Systems Manager Parameter Store or Secrets Manager for sensitive configuration</a:t>
          </a:r>
        </a:p>
      </dsp:txBody>
      <dsp:txXfrm>
        <a:off x="958691" y="3530882"/>
        <a:ext cx="3834764" cy="832604"/>
      </dsp:txXfrm>
    </dsp:sp>
    <dsp:sp modelId="{DFBB662C-734A-4A6D-9405-9EFD65FB27F8}">
      <dsp:nvSpPr>
        <dsp:cNvPr id="0" name=""/>
        <dsp:cNvSpPr/>
      </dsp:nvSpPr>
      <dsp:spPr>
        <a:xfrm>
          <a:off x="0" y="3530882"/>
          <a:ext cx="958691" cy="832604"/>
        </a:xfrm>
        <a:prstGeom prst="rect">
          <a:avLst/>
        </a:prstGeom>
        <a:solidFill>
          <a:schemeClr val="accent2">
            <a:hueOff val="-15812576"/>
            <a:satOff val="721"/>
            <a:lumOff val="0"/>
            <a:alphaOff val="0"/>
          </a:schemeClr>
        </a:solidFill>
        <a:ln w="19050" cap="rnd" cmpd="sng" algn="ctr">
          <a:solidFill>
            <a:schemeClr val="accent2">
              <a:hueOff val="-15812576"/>
              <a:satOff val="72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731" tIns="82243" rIns="50731" bIns="8224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</a:t>
          </a:r>
        </a:p>
      </dsp:txBody>
      <dsp:txXfrm>
        <a:off x="0" y="3530882"/>
        <a:ext cx="958691" cy="832604"/>
      </dsp:txXfrm>
    </dsp:sp>
    <dsp:sp modelId="{A937BA64-8D8B-4C81-820A-0CF664B3F4E3}">
      <dsp:nvSpPr>
        <dsp:cNvPr id="0" name=""/>
        <dsp:cNvSpPr/>
      </dsp:nvSpPr>
      <dsp:spPr>
        <a:xfrm>
          <a:off x="958691" y="4413442"/>
          <a:ext cx="3834764" cy="832604"/>
        </a:xfrm>
        <a:prstGeom prst="rect">
          <a:avLst/>
        </a:prstGeom>
        <a:solidFill>
          <a:schemeClr val="accent2">
            <a:tint val="40000"/>
            <a:alpha val="90000"/>
            <a:hueOff val="-20604185"/>
            <a:satOff val="1061"/>
            <a:lumOff val="5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604185"/>
              <a:satOff val="1061"/>
              <a:lumOff val="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05" tIns="211481" rIns="74405" bIns="21148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Consider blue/green deployments for minimal downtime and safer releases</a:t>
          </a:r>
        </a:p>
      </dsp:txBody>
      <dsp:txXfrm>
        <a:off x="958691" y="4413442"/>
        <a:ext cx="3834764" cy="832604"/>
      </dsp:txXfrm>
    </dsp:sp>
    <dsp:sp modelId="{5C728857-F413-4EEB-9769-8A2613A662B8}">
      <dsp:nvSpPr>
        <dsp:cNvPr id="0" name=""/>
        <dsp:cNvSpPr/>
      </dsp:nvSpPr>
      <dsp:spPr>
        <a:xfrm>
          <a:off x="0" y="4413442"/>
          <a:ext cx="958691" cy="832604"/>
        </a:xfrm>
        <a:prstGeom prst="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731" tIns="82243" rIns="50731" bIns="8224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Consider</a:t>
          </a:r>
        </a:p>
      </dsp:txBody>
      <dsp:txXfrm>
        <a:off x="0" y="4413442"/>
        <a:ext cx="958691" cy="8326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643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21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21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073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21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34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38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2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91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02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8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77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86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70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90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66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3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088253-5372-8A1B-A755-2CB285DB0DE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7302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Only</a:t>
            </a:r>
          </a:p>
        </p:txBody>
      </p:sp>
    </p:spTree>
    <p:extLst>
      <p:ext uri="{BB962C8B-B14F-4D97-AF65-F5344CB8AC3E}">
        <p14:creationId xmlns:p14="http://schemas.microsoft.com/office/powerpoint/2010/main" val="391006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CodePipeline CI/CD with Deployment to Amazon ECS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process, services overview, and deployment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What We’ll Cover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DD86C3-77B5-5851-C410-B29D685CC3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5602290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CI/CD Overview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9B1670-B868-1AA5-19B5-D8C2104CF3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6161709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IN" sz="2500">
                <a:solidFill>
                  <a:srgbClr val="EBEBEB"/>
                </a:solidFill>
              </a:rPr>
              <a:t>High-Level Architecture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A8F25D-F7AE-DA76-450A-A917B4FE16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1340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IN" sz="2200">
                <a:solidFill>
                  <a:srgbClr val="EBEBEB"/>
                </a:solidFill>
              </a:rPr>
              <a:t>AWS CodePipeline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250179-24EF-A8F2-C04C-F911A6DB0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2492024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rgbClr val="EBEBEB"/>
                </a:solidFill>
              </a:rPr>
              <a:t>AWS CodeCommit (or Other Git Repo)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A4C43F-FB5D-2EC4-8A90-1528DA849A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6886476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IN" sz="3000">
                <a:solidFill>
                  <a:srgbClr val="EBEBEB"/>
                </a:solidFill>
              </a:rPr>
              <a:t>AWS CodeBuild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8EBAB3-D262-4211-CC46-A093570825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3346010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Amazon ECR (Elastic Container Registry)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2FE3DA-7325-ED92-CCD1-EB0035B66A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5920087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Amazon ECS (Elastic Container Service)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F87366-194D-371D-6100-873B186B14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9962111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2500">
                <a:solidFill>
                  <a:srgbClr val="EBEBEB"/>
                </a:solidFill>
              </a:rPr>
              <a:t>AWS CodeDeploy for ECS (Blue/Green) – Optional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0A4BCC-44AF-CAE7-8C54-B1629E994A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9732152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IN" sz="2500">
                <a:solidFill>
                  <a:srgbClr val="EBEBEB"/>
                </a:solidFill>
              </a:rPr>
              <a:t>Prerequisites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B27407-7CB0-AC47-43BA-CBA1A9C674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2123433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2700">
                <a:solidFill>
                  <a:srgbClr val="EBEBEB"/>
                </a:solidFill>
              </a:rPr>
              <a:t>Step 1: Prepare Application &amp; Dockerfile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4BBB3C-1B35-B92F-5DF8-3952198BC5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3558247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Step 2: Create ECR Repo &amp; ECS Resources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DF4653-C80E-095E-9371-214725C8A5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9391460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3000">
                <a:solidFill>
                  <a:srgbClr val="EBEBEB"/>
                </a:solidFill>
              </a:rPr>
              <a:t>Step 3: Create CodeBuild Project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507129-51C4-1139-6247-E4D915455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320201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Buildspec Example (High-Level)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6E9F36-217C-959C-3721-D7B346F2E7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5128425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IN" sz="2200">
                <a:solidFill>
                  <a:srgbClr val="EBEBEB"/>
                </a:solidFill>
              </a:rPr>
              <a:t>Step 4: Create CodePipeline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1258DC-267C-0D68-68DE-E1AB23E2BF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419395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2500">
                <a:solidFill>
                  <a:srgbClr val="EBEBEB"/>
                </a:solidFill>
              </a:rPr>
              <a:t>Step 5: Deploy Using CodeDeploy (Alternative)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687FB2-D78A-5636-351A-9B25743C84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9681467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Step 6: Test &amp; Validate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84C95C-5EE6-C26B-FEF4-81264B9A81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0221239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Best Practices &amp; Tips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0B1161-07D8-7CB1-49CB-FCB488D91A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3980879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</TotalTime>
  <Words>1037</Words>
  <Application>Microsoft Office PowerPoint</Application>
  <PresentationFormat>On-screen Show (4:3)</PresentationFormat>
  <Paragraphs>118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Century Gothic</vt:lpstr>
      <vt:lpstr>Wingdings 3</vt:lpstr>
      <vt:lpstr>Ion Boardroom</vt:lpstr>
      <vt:lpstr>AWS CodePipeline CI/CD with Deployment to Amazon ECS</vt:lpstr>
      <vt:lpstr>What We’ll Cover</vt:lpstr>
      <vt:lpstr>CI/CD Overview</vt:lpstr>
      <vt:lpstr>High-Level Architecture</vt:lpstr>
      <vt:lpstr>AWS CodePipeline</vt:lpstr>
      <vt:lpstr>AWS CodeCommit (or Other Git Repo)</vt:lpstr>
      <vt:lpstr>AWS CodeBuild</vt:lpstr>
      <vt:lpstr>Amazon ECR (Elastic Container Registry)</vt:lpstr>
      <vt:lpstr>Amazon ECS (Elastic Container Service)</vt:lpstr>
      <vt:lpstr>AWS CodeDeploy for ECS (Blue/Green) – Optional</vt:lpstr>
      <vt:lpstr>Prerequisites</vt:lpstr>
      <vt:lpstr>Step 1: Prepare Application &amp; Dockerfile</vt:lpstr>
      <vt:lpstr>Step 2: Create ECR Repo &amp; ECS Resources</vt:lpstr>
      <vt:lpstr>Step 3: Create CodeBuild Project</vt:lpstr>
      <vt:lpstr>Buildspec Example (High-Level)</vt:lpstr>
      <vt:lpstr>Step 4: Create CodePipeline</vt:lpstr>
      <vt:lpstr>Step 5: Deploy Using CodeDeploy (Alternative)</vt:lpstr>
      <vt:lpstr>Step 6: Test &amp; Validate</vt:lpstr>
      <vt:lpstr>Best Practices &amp; Tips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Shivam Kumar</cp:lastModifiedBy>
  <cp:revision>2</cp:revision>
  <dcterms:created xsi:type="dcterms:W3CDTF">2013-01-27T09:14:16Z</dcterms:created>
  <dcterms:modified xsi:type="dcterms:W3CDTF">2025-11-17T05:24:38Z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78c0f71-65dc-41d1-a799-91080a268621_Enabled">
    <vt:lpwstr>true</vt:lpwstr>
  </property>
  <property fmtid="{D5CDD505-2E9C-101B-9397-08002B2CF9AE}" pid="3" name="MSIP_Label_178c0f71-65dc-41d1-a799-91080a268621_SetDate">
    <vt:lpwstr>2025-11-17T05:24:30Z</vt:lpwstr>
  </property>
  <property fmtid="{D5CDD505-2E9C-101B-9397-08002B2CF9AE}" pid="4" name="MSIP_Label_178c0f71-65dc-41d1-a799-91080a268621_Method">
    <vt:lpwstr>Standard</vt:lpwstr>
  </property>
  <property fmtid="{D5CDD505-2E9C-101B-9397-08002B2CF9AE}" pid="5" name="MSIP_Label_178c0f71-65dc-41d1-a799-91080a268621_Name">
    <vt:lpwstr>Internal - Crayon Group Only</vt:lpwstr>
  </property>
  <property fmtid="{D5CDD505-2E9C-101B-9397-08002B2CF9AE}" pid="6" name="MSIP_Label_178c0f71-65dc-41d1-a799-91080a268621_SiteId">
    <vt:lpwstr>8f47ad71-44ca-48bf-afe3-56b9360a4495</vt:lpwstr>
  </property>
  <property fmtid="{D5CDD505-2E9C-101B-9397-08002B2CF9AE}" pid="7" name="MSIP_Label_178c0f71-65dc-41d1-a799-91080a268621_ActionId">
    <vt:lpwstr>9c8a5ce5-e05c-4bc8-91a8-098056c05ba6</vt:lpwstr>
  </property>
  <property fmtid="{D5CDD505-2E9C-101B-9397-08002B2CF9AE}" pid="8" name="MSIP_Label_178c0f71-65dc-41d1-a799-91080a268621_ContentBits">
    <vt:lpwstr>2</vt:lpwstr>
  </property>
  <property fmtid="{D5CDD505-2E9C-101B-9397-08002B2CF9AE}" pid="9" name="MSIP_Label_178c0f71-65dc-41d1-a799-91080a268621_Tag">
    <vt:lpwstr>10, 3, 0, 1</vt:lpwstr>
  </property>
  <property fmtid="{D5CDD505-2E9C-101B-9397-08002B2CF9AE}" pid="10" name="ClassificationContentMarkingFooterLocations">
    <vt:lpwstr>Ion Boardroom:8</vt:lpwstr>
  </property>
  <property fmtid="{D5CDD505-2E9C-101B-9397-08002B2CF9AE}" pid="11" name="ClassificationContentMarkingFooterText">
    <vt:lpwstr>Internal Only</vt:lpwstr>
  </property>
</Properties>
</file>